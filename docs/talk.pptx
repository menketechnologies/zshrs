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d67cced-b02f-a956-a960-8b2057390d7e}">
          <p14:sldIdLst>
            <p14:sldId id="256"/>
            <p14:sldId id="257"/>
            <p14:sldId id="258"/>
            <p14:sldId id="259"/>
            <p14:sldId id="260"/>
          </p14:sldIdLst>
        </p14:section>
        <p14:section name="Engine and numbers" id="{2f880e23-b8e3-7e27-809d-64c787ec542b}">
          <p14:sldIdLst>
            <p14:sldId id="261"/>
            <p14:sldId id="262"/>
            <p14:sldId id="263"/>
            <p14:sldId id="264"/>
          </p14:sldIdLst>
        </p14:section>
        <p14:section name="Goodies" id="{9c3000a4-0736-169e-aba9-ade4eb0dd815}">
          <p14:sldIdLst>
            <p14:sldId id="265"/>
            <p14:sldId id="266"/>
            <p14:sldId id="267"/>
            <p14:sldId id="268"/>
            <p14:sldId id="269"/>
          </p14:sldIdLst>
        </p14:section>
        <p14:section name="Take-away" id="{256ab9c9-de0c-36f9-6858-850be2c5b681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presentation about one of the more difficult projects I have worked on: porting zsh into Rust and a JIT compiler. If you want to try it during the talk, the install is on slide 3 and repeats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get you using it and helping with it. Internals follow, organized around the outline of goodies.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to audience: this is reposted at the end. The zshrs formula installs zshrs and zd. zshrs-all adds the recorder and daemon.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snapshot slide. Numbers are from docs/PARITY.md, sweep dated 2026-08-21. Refresh before presenting. The five open failures are itemised in that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the audience cares about. Say where issues are filed: GitHub issues on the zshrs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feel good about the JIT engine. One slide; deeper detail only when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also think the parity measures are pretty good. Walk the three layers: port purity, parity suites, differential fuzzing.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matters, in simple terms. Fill the Measured column from zsh-bench runs on the demo machine before presenting; the targets are the goals. Memory: ps -o rss= -p $$.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zsh-bench to get the first four numbers in one go. Do not discuss zsh shortcomings here; save comparisons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high-level outline of all the goodies. Return to this slide between sections.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Daemon: zd and zshrs-daemon. Confirm current behaviour against docs/DAEMON.md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ZLE config lives in the [zle] section of ~/.zshrs/zshrs.toml. Features are on by default in any shell that reads rc files; each can be set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Engines are Rust ports of the fish implementations. Not enabled for bare zshrs -f, which stays byte-identical to zsh -f.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Native prompt engine in src/extensions/p10k. It renders an existing p10k config. Quote segment counts from the source at presentation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lists people can walk away with. Leave this up during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Repost of the install, as promised.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Comparisons with zsh and its limits come up here, only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1737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brew install zshrs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Porting zsh to Rust and a JIT compiler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572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5"/>
                </a:solidFill>
              </a:rPr>
              <a:t>One of the more difficult projects I have worked on.</a:t>
            </a:r>
            <a:endParaRPr lang="en-US" sz="2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What this talk covers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outline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01168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7889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now and follow along.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566160" y="201168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84048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Parity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27889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port stands against zsh.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309360" y="201168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involved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27889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ways to help.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9052560" y="201168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2688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goodies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27889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Daemon, ZLE, highlighting, prompt.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2"/>
                </a:solidFill>
              </a:rPr>
              <a:t>Install it now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try it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920240"/>
            <a:ext cx="1051560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88720" y="21031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tap MenkeTechnologies/menketech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Also on crates.io: </a:t>
            </a:r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install zshrs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54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This slide is repeated at the end if you miss it.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Code parity today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parity snapshot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920240"/>
            <a:ext cx="3291840" cy="2377440"/>
          </a:xfrm>
          <a:prstGeom prst="roundRect">
            <a:avLst>
              <a:gd name="adj" fmla="val 461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2194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46,724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3291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parity tests against real zsh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89120" y="1920240"/>
            <a:ext cx="3291840" cy="2377440"/>
          </a:xfrm>
          <a:prstGeom prst="roundRect">
            <a:avLst>
              <a:gd name="adj" fmla="val 461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2194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99.99%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3291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passing (46,685)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1920240"/>
            <a:ext cx="3291840" cy="2377440"/>
          </a:xfrm>
          <a:prstGeom prst="roundRect">
            <a:avLst>
              <a:gd name="adj" fmla="val 461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2194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3291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open failures, each documented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Every test spawns real zsh and zshrs and compares whole-shell state. Snapshot from docs/PARITY.md, 2026-08-21, serial run, 34 ignored.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2"/>
                </a:solidFill>
              </a:rPr>
              <a:t>Help wanted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get involved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10515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17373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7373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Start using it.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10515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97280" y="26060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828800" y="2606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Sanity check the code parity.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3474720"/>
            <a:ext cx="10515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7280" y="34747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347472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Review security, performance, energy use and hardware needs.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4343400"/>
            <a:ext cx="10515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97280" y="43434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4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1828800" y="43434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Open issues.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22960" y="5212080"/>
            <a:ext cx="10515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97280" y="5212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5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212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Get involved and ask questions.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fusevm: the engine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engine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920240"/>
            <a:ext cx="3017520" cy="164592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Parse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743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zsh source to AST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931920" y="2468880"/>
            <a:ext cx="548640" cy="54864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0" y="1920240"/>
            <a:ext cx="3017520" cy="164592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4632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Bytecode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2743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fused superinstructions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680960" y="2468880"/>
            <a:ext cx="548640" cy="54864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21040" y="1920240"/>
            <a:ext cx="3017520" cy="164592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9536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JIT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0" y="2743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Cranelift, hot blocks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114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Bytecode is cached across processes in rkyv images and read by mmap. The JIT targets x86-64 and aarch64.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2"/>
                </a:solidFill>
              </a:rPr>
              <a:t>How parity is measured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parity measures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011680"/>
            <a:ext cx="329184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1:1 port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7889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src/ported/ maps every function to a zsh C function; enforced by a test.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89120" y="2011680"/>
            <a:ext cx="329184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Parity suites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7889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zsh and zshrs run the same input; whole-shell state is compared.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011680"/>
            <a:ext cx="3291840" cy="27432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fuzzing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7889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fuzzer feeds both shells and diffs the output.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Why it matters to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measurements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7360"/>
          <a:ext cx="10515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657600"/>
                <a:gridCol w="2011680"/>
                <a:gridCol w="1920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Measure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What it is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Target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Measured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Prompt appears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Open terminal to prompt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50 ms or less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[measure]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Ready to run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Until first command runs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150 ms or less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[measure]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Enter to next prompt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Delay after Enter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10 ms or less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[measure]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Typing delay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Key press to screen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20 ms or less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[measure]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Memory per shell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ps -o rss= -p $$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[target]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[measure]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2"/>
                </a:solidFill>
              </a:rPr>
              <a:t>Measure it yourself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measure it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920240"/>
            <a:ext cx="1051560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88720" y="21031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zsh-bench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-o rss= -p $$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zsh-bench reports the first four numbers for your setup in one run. The second command gives memory per shell.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The goodies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outline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7373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Daemon server to talk to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2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560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ZLE config section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33832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Syntax highlighting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4206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Rust prompt engine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5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1645920" y="5029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Take-away lists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2"/>
                </a:solidFill>
              </a:rPr>
              <a:t>1 · Daemon server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goodies 1 of 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011680"/>
            <a:ext cx="3291840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788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daemon (zd) that shells talk to for caches and coordination.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89120" y="2011680"/>
            <a:ext cx="3291840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788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011680"/>
            <a:ext cx="3291840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set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788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zshrs-all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54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Details: docs/DAEMON.md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2 · ZLE config section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goodies 2 of 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920240"/>
            <a:ext cx="1051560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88720" y="21031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~/.zshrs/zshrs.toml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[zle]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Native line-editor features are on by default. Set a feature to false in the [zle] section to opt out.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2"/>
                </a:solidFill>
              </a:rPr>
              <a:t>3 · Syntax highlighting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goodies 3 of 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01168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Highlight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7889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line coloured as you type.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566160" y="201168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84048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Autosuggest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27889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History-based suggestions.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309360" y="201168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search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27889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from the line editor.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9052560" y="201168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2688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Autopair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27889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quotes and brackets.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754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Built in, no plugin to install. Each one is controlled from the [zle] section.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4 · Rust prompt engine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goodies 4 of 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01168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7889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segments render in Rust, in process.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17920" y="201168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Compatible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7889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your existing p10k config.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2"/>
                </a:solidFill>
              </a:rPr>
              <a:t>Lists to take with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take-away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828800"/>
            <a:ext cx="3291840" cy="347472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started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69748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brew tap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brew install zshrs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open a new terminal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89120" y="1828800"/>
            <a:ext cx="3291840" cy="347472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it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69748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zsh-bench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ps -o rss= -p $$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1828800"/>
            <a:ext cx="3291840" cy="347472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69748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use it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check parity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review it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open issues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Install again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/ install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920240"/>
            <a:ext cx="10515600" cy="146304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88720" y="21031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tap MenkeTechnologies/menketech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Use it, check the parity, review it, open issues.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github.com/MenkeTechnologies/zshrs</a:t>
            </a:r>
            <a:endParaRPr lang="en-US" sz="2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502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shrs talk">
  <a:themeElements>
    <a:clrScheme name="zshrs talk">
      <a:dk1>
        <a:srgbClr val="0F1419"/>
      </a:dk1>
      <a:lt1>
        <a:srgbClr val="F2F0E9"/>
      </a:lt1>
      <a:dk2>
        <a:srgbClr val="1A222B"/>
      </a:dk2>
      <a:lt2>
        <a:srgbClr val="E8E6DF"/>
      </a:lt2>
      <a:accent1>
        <a:srgbClr val="5CC8D7"/>
      </a:accent1>
      <a:accent2>
        <a:srgbClr val="1B7F8E"/>
      </a:accent2>
      <a:accent3>
        <a:srgbClr val="F2994A"/>
      </a:accent3>
      <a:accent4>
        <a:srgbClr val="14181D"/>
      </a:accent4>
      <a:accent5>
        <a:srgbClr val="9AA4AE"/>
      </a:accent5>
      <a:accent6>
        <a:srgbClr val="4A5158"/>
      </a:accent6>
      <a:hlink>
        <a:srgbClr val="5CC8D7"/>
      </a:hlink>
      <a:folHlink>
        <a:srgbClr val="9AA4AE"/>
      </a:folHlink>
    </a:clrScheme>
    <a:fontScheme name="zshrs ta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zshrs: Porting zsh to Rust and a JIT compiler</dc:title>
  <dc:subject>PptxGenJS Presentation</dc:subject>
  <dc:creator>PptxGenJS</dc:creator>
  <cp:lastModifiedBy>PptxGenJS</cp:lastModifiedBy>
  <cp:revision>1</cp:revision>
  <dcterms:created xsi:type="dcterms:W3CDTF">2026-10-09T19:00:58Z</dcterms:created>
  <dcterms:modified xsi:type="dcterms:W3CDTF">2026-10-09T19:00:58Z</dcterms:modified>
</cp:coreProperties>
</file>