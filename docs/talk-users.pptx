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1cfcc621-05f9-5a4b-9294-0938c346e16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Fit" id="{c394884f-1da2-073f-3255-9d31ced17d44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Editor" id="{aa0f235b-beb7-87a3-339b-dcb50b904854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Speed" id="{748c0b6a-8954-1eb0-b86c-e8a5e6e2e95b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  <p14:section name="Operate" id="{c326f416-8933-7fbe-e380-836e5c6aebeb}">
          <p14:sldIdLst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Inspect" id="{f179faad-8c21-bfd4-db3e-7c57bb38d0e4}">
          <p14:sldIdLst>
            <p14:sldId id="295"/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Reference" id="{aba25d23-17cb-4b60-ac49-3d97811921fe}">
          <p14:sldIdLst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Audience: people who would run zshrs as their shell. Everything here is something you can type or configure. Developer internals are in the developer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zshrs is a drop-in zsh replacement. It compiles every command to bytecode, JIT-compiles hot blocks, and caches the bytecode across processes. For a user the point is that the .zshrc keeps working and the features usually installed as plugins ship in the binary.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parts, in the order you would meet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Homebrew is the supported path. zshrs-all adds the recorder and the daemon. From source, the lean build is pure shell. The dist profile is what release artifacts and bottles use and needs about 8 GB of free 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do not have to change your login shell to try it. Run zshrs from your current 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the binary to /etc/shells, then chsh. This is the README procedure.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first run zshrs writes its bundled completion functions and manuals under ~/.zshrs. Nothing is printed to the terminal; informational output goes to the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numbers. Targets are goals, not measurements. Run zsh-bench to get the first four.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zsh-bench gives the first four numbers in one run. ps gives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ZSHRS_STARTUP_TRACE=1 prints each startup phase with milliseconds since process start, ending at FIRST PROMPT PAINTED, so time-to-first-prompt is attributed to a phase rather than guessed. Inert without the variable. Drop -f to see what your rc files cost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prompt engine sources .p10k.zsh unchanged. The line-editor engines honour the plugin variables you already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--dump-plugins lists every sourced plugin from zinit, oh-my-zsh, prezto, antidote, antigen and zplug as JSON. Script plugins keep working. znative installs native Rust plugins and script plugins from one line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native plugin is a cdylib loaded with zmodload -R. Version mismatches are refused rather than crashing. See docs/PLUGINS.md.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zsh's whole function tree is packed into the binary and written to ~/.zshrs/functions on first run, so a Homebrew zsh upgrade cannot change how the shell completes. Directories your config prepends to fpath still out-rank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--prewarm-autoloads compiles every function on $fpath ahead of time, so the first TAB is a cache probe rather than a parse. Each entry is stamped with the definition's SHA-256 and the compiler's identity, so an edited function recompiles.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zsh's manual pages and the Texinfo manual ship in the binary and materialise to ~/.zshrs/man and ~/.zshrs/info, prepended to MANPATH and INFOPATH with the system path still spliced in. run-help's database ships to ~/.zshrs/help.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Rust ports of the fish engines that the zsh plugins recreate in script. They are refused when RCS is unset, so bare zshrs -f stays byte-identical to zsh -f.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engine is the fish port. The palette and word-level classification are fast-syntax-highlighting's, so the native pass renders the same as the plugin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Ghost text from history. Right arrow or End accepts it; forward-word accepts one word. ZSH_AUTOSUGGEST_* variables 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History search is prefix and substring on the up arrow, honouring HISTORY_SUBSTRING_SEARCH_*. Autopair is a zsh-autopair port honouring AUTOPAIR_*.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Per-feature false in the [zle] section of ~/.zshrs/zshrs.toml opts out. ZSHRS_NATIVE_ZLE_FX=0 disables all of them. The README is inconsistent about whether the defaults are on or off: confirm on your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and autosuggest passes are capped at 8 ms by default, so a huge directory or a pathological PATH cannot lag typing.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README lists the registered widget families.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powerlevel10k theme runs as in-process Rust. Your .p10k.zsh is sourced unchanged and git status uses a native .git reader instead of gitstatusd. There is no instant-prompt stage: first paint is the full prompt.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README no-fork table. In zsh each of these forks or runs single-threaded.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run in the shell process with no fork and exec. arch, find, hostname, rev and tput are also in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Through the zshrs-native build, git is a builtin and arb --fzf is an fzf-compatible finder, both in the shell's own process with no fork, no exec and no PATH lookup.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pmap, pgrep, peach, barrier, async and await run on the worker pool with no forks. The {} placeholder is the element.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async ships work to the pool and returns an id; await collects the result. Coprocesses and ordinary background jobs work as in zsh.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Recursive globbing descends subdirectories on the worker pool and qualifiers use one parallel metadata prefetch. Both are configured in the [glob]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Compiled bytecode and plugin payloads live in rkyv images under ~/.zshrs/images and are read by mmap. SQLite files beside them are read-only mirrors for browsing, never consulted for cache hits.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dbview lists tables and row counts, or looks into a single function, completion or history search. It reads the SQLite mirrors, not the bytecode cache.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directory holds everything: ~/.zshrs, relocatable with ZSHRS_HOME. These are the sections the README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persistent pool of 2 to 18 threads takes command substitution, process substitution, globbing, completion and autoloading. The size is configurable.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daemon owns shared caches and history so many shells can read them by mmap. You start it yourself; nothing auto-spawns it. The design notes require shells to keep working when it is 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is idempotent and waits for the socket. stop returns once the socket is gone. status prints JSON and exits 1 when the daemon is not running.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 on the daemon. zjob runs a child under the daemon on a pseudo-terminal so it survives your shell and can be attached later. zsubscribe, zpublish and zlock coordinate shells.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calls a language model from inside the shell process. The answer streams to stdout or lands in a parameter with -v or -a. Configure with [ai] in ~/.zshrs/zshrs.toml.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Flags from the README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intercept installs advice on any command word: an external, a function, a builtin, a native command or an alias. intercept_proceed calls the original from around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bound while advice runs. $INTERCEPT_MS, $INTERCEPT_US and $INTERCEPT_STATUS exist only for after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provenance -m NAME arms a parameter or function. Reading it back shows its origin and every op that touched it, each with file, line and wall clock. Nothing is recorded until you arm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diagnostics shipped as builtins.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flags print the shell's own view of a script or of itself. --tiers reports which JIT tier ran each chunk.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--fmt reindents blocks, applies idiomatic spacing, is heredoc-safe and idempotent. The same engine backs LSP formatting.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language server answers from the shell's own lexer, parser and live completers. The IntelliJ plugin starts zshrs --lsp on first file open.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Bourne-family dialects run through one bytecode core, each verified against its real reference shell. --csh is separate.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--sh reproduces /bin/sh. --sh --zsh reproduces zsh's model of /bin/sh, as zsh's emulate would. Pick the one you want to be compatible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symlink name selects the personality, the way argv[0] inference works in zsh. Add the path to /etc/shells and chsh.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Informational output goes to the log, not the terminal.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files are the source of truth and the caches are accelerators, so removing cache files is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row is something this deck has shown.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Parity bugs are easiest to fix with a one-line repro that runs in both shells. Use -f on both sides so no rc file differs.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page people can photograph.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Config keys and environment variables from the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Repost of the install.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wizard-RustroverProjects-zshrs/2555d359-9a79-4736-9207-869cc21577b1/scratchpad/logo/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41148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wizard-RustroverProjects-zshrs/2555d359-9a79-4736-9207-869cc21577b1/scratchpad/logo/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41148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private/tmp/claude-501/-Users-wizard-RustroverProjects-zshrs/2555d359-9a79-4736-9207-869cc21577b1/scratchpad/logo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22960"/>
            <a:ext cx="5486400" cy="1645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2926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for users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34747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zsh-compatible shell written in Rust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5120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5"/>
                </a:solidFill>
              </a:rPr>
              <a:t>Keep your config. Get the editor features built in.</a:t>
            </a:r>
            <a:endParaRPr lang="en-US" sz="2600" dirty="0"/>
          </a:p>
        </p:txBody>
      </p:sp>
      <p:sp>
        <p:nvSpPr>
          <p:cNvPr id="7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What it is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overview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553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zshrs is a drop-in zsh replacement. It compiles every command to bytecode, JIT-compiles hot blocks, and caches the bytecode across processes. For a user the point is that the .zshrc keeps working and the features usually installed as plugins ship in the binary.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2960" y="2546985"/>
            <a:ext cx="2491740" cy="357949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7755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Drop-in</a:t>
            </a:r>
            <a:endParaRPr lang="en-US" sz="25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369945"/>
            <a:ext cx="194310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bg2"/>
                </a:solidFill>
              </a:rPr>
              <a:t>A zsh replacement. Your .zshrc and .p10k.zsh load unchanged.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3497580" y="2546985"/>
            <a:ext cx="2491740" cy="357949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7755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Compiled</a:t>
            </a:r>
            <a:endParaRPr lang="en-US" sz="25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369945"/>
            <a:ext cx="194310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bg2"/>
                </a:solidFill>
              </a:rPr>
              <a:t>Commands compile to bytecode; hot blocks go to native code.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6172200" y="2546985"/>
            <a:ext cx="2491740" cy="357949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7755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Batteries</a:t>
            </a:r>
            <a:endParaRPr lang="en-US" sz="25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369945"/>
            <a:ext cx="194310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bg2"/>
                </a:solidFill>
              </a:rPr>
              <a:t>Highlighting, suggestions, history search and autopair ship in the binary.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8846820" y="2546985"/>
            <a:ext cx="2491740" cy="357949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7755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Portable</a:t>
            </a:r>
            <a:endParaRPr lang="en-US" sz="25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369945"/>
            <a:ext cx="1943100" cy="252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bg2"/>
                </a:solidFill>
              </a:rPr>
              <a:t>Eight Bourne-family dialects through one core.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What this deck covers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agenda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Seven parts, in the order you would meet them.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1836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138160"/>
              </a:tblGrid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Part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Contents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Start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Install, try, login shell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Fit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Your config, plugins, completions, manuals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Editor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Highlighting, suggestions, history search, prompt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Speed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No-fork commands, parallel builtins, caches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Operate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Daemon, jobs, config file, history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Inspect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intercept, provenance, dumps, profile, doctor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10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Reference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Emulation, files, cheat sheets, issues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Install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install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50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2"/>
                </a:solidFill>
              </a:rPr>
              <a:t>Homebrew is the supported path. zshrs-all adds the recorder and the daemon. From source, the lean build is pure shell. The dist profile is what release artifacts and bottles use and needs about 8 GB of free RAM.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822960" y="2642235"/>
            <a:ext cx="10515600" cy="2245360"/>
          </a:xfrm>
          <a:prstGeom prst="roundRect">
            <a:avLst>
              <a:gd name="adj" fmla="val 4887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870835"/>
            <a:ext cx="9875520" cy="1788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tap MenkeTechnologies/menketech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zshrs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zshrs-all   # adds recorder + daemon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cargo install zshrs      # from crates.io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161915"/>
            <a:ext cx="10515600" cy="964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From source: cargo build --release, binary at target/release/zshrs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bg2"/>
                </a:solidFill>
              </a:rPr>
              <a:t>Max-performance build: cargo build --profile dist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Try it without switching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install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Start it from your current shell. Nothing about your login shell changes.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499360"/>
            <a:ext cx="10515600" cy="1513840"/>
          </a:xfrm>
          <a:prstGeom prst="roundRect">
            <a:avLst>
              <a:gd name="adj" fmla="val 7248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727960"/>
            <a:ext cx="9875520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leave with exit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87520"/>
            <a:ext cx="10515600" cy="183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accent4"/>
                </a:solidFill>
              </a:rPr>
              <a:t>It reads your usual startup files</a:t>
            </a:r>
            <a:endParaRPr lang="en-US" sz="3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accent4"/>
                </a:solidFill>
              </a:rPr>
              <a:t>Bare zshrs -f skips rc files and stays byte-identical to zsh -f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Make it your login shell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install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Add the binary to /etc/shells, then chsh. This is the README procedure.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499360"/>
            <a:ext cx="10515600" cy="1513840"/>
          </a:xfrm>
          <a:prstGeom prst="roundRect">
            <a:avLst>
              <a:gd name="adj" fmla="val 724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727960"/>
            <a:ext cx="9875520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sh -c 'echo "$(which zshrs)" &gt;&gt; /etc/shells'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chsh -s "$(which zshrs)"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87520"/>
            <a:ext cx="10515600" cy="183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700" dirty="0">
                <a:solidFill>
                  <a:schemeClr val="bg2"/>
                </a:solidFill>
              </a:rPr>
              <a:t>Every drop-in dialect also works as a login shell by symlink name</a:t>
            </a:r>
            <a:endParaRPr lang="en-US" sz="2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700" dirty="0">
                <a:solidFill>
                  <a:schemeClr val="bg2"/>
                </a:solidFill>
              </a:rPr>
              <a:t>See the emulation slides for bash, ksh and dash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First run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first-run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On first run zshrs writes its bundled completion functions and manuals under ~/.zshrs. Nothing is printed to the terminal; informational output goes to the log.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Created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~/.zshrs/functions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~/.zshrs/man and ~/.zshrs/info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~/.zshrs/images (caches)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38912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Printed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No banner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No progress output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Informational output goes to zshrs.log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95528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~/.zshrs/zshrs.toml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chemeClr val="accent4"/>
                </a:solidFill>
              </a:rPr>
              <a:t>Override the directory with ZSHRS_HOME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What you should feel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measurements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Five numbers. Targets are goals, not measurements. Run zsh-bench to get the first four.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99360"/>
          <a:ext cx="10515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206240"/>
                <a:gridCol w="3017520"/>
              </a:tblGrid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b="1" dirty="0">
                          <a:solidFill>
                            <a:schemeClr val="accent1"/>
                          </a:solidFill>
                        </a:rPr>
                        <a:t>Measure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b="1" dirty="0">
                          <a:solidFill>
                            <a:schemeClr val="accent1"/>
                          </a:solidFill>
                        </a:rPr>
                        <a:t>What it is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b="1" dirty="0">
                          <a:solidFill>
                            <a:schemeClr val="accent1"/>
                          </a:solidFill>
                        </a:rPr>
                        <a:t>Target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Prompt appears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Open terminal to prompt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50 ms or less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Ready to run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Until first command runs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150 ms or less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Enter to next prompt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Delay after Enter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10 ms or less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Typing delay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Key press to screen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20 ms or less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4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Memory per shell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ps -o rss= -p $$</a:t>
                      </a:r>
                      <a:endParaRPr lang="en-US" sz="2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300" dirty="0">
                          <a:solidFill>
                            <a:schemeClr val="bg2"/>
                          </a:solidFill>
                        </a:rPr>
                        <a:t>check it yourself</a:t>
                      </a:r>
                      <a:endParaRPr lang="en-US" sz="2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Measure it on your machine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measurements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zsh-bench gives the first four numbers in one run. ps gives memory.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118360"/>
            <a:ext cx="10515600" cy="1513840"/>
          </a:xfrm>
          <a:prstGeom prst="roundRect">
            <a:avLst>
              <a:gd name="adj" fmla="val 7248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346960"/>
            <a:ext cx="9875520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zsh-bench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 -o rss= -p $$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06520"/>
            <a:ext cx="10515600" cy="2219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accent4"/>
                </a:solidFill>
              </a:rPr>
              <a:t>Run the same commands in your current shell and in zshrs</a:t>
            </a:r>
            <a:endParaRPr lang="en-US" sz="3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accent4"/>
                </a:solidFill>
              </a:rPr>
              <a:t>Report numbers in an issue if they miss the targets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Where startup time goes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measurements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553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ZSHRS_STARTUP_TRACE=1 prints each startup phase with milliseconds since process start, ending at FIRST PROMPT PAINTED, so time-to-first-prompt is attributed to a phase rather than guessed. Inert without the variable. Drop -f to see what your rc files cost on top.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2960" y="2546985"/>
            <a:ext cx="10515600" cy="1513840"/>
          </a:xfrm>
          <a:prstGeom prst="roundRect">
            <a:avLst>
              <a:gd name="adj" fmla="val 724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775585"/>
            <a:ext cx="9875520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ZSHRS_STARTUP_TRACE=1 zshrs -f -i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ZSHRS_STARTUP_TRACE=1 zshrs -i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335145"/>
            <a:ext cx="10515600" cy="1791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700" dirty="0">
                <a:solidFill>
                  <a:schemeClr val="bg2"/>
                </a:solidFill>
              </a:rPr>
              <a:t>Output goes to stderr as [startup &lt;ms&gt;] &lt;label&gt;</a:t>
            </a:r>
            <a:endParaRPr lang="en-US" sz="2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700" dirty="0">
                <a:solidFill>
                  <a:schemeClr val="bg2"/>
                </a:solidFill>
              </a:rPr>
              <a:t>First command measures the shell alone; second adds your rc files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Your config keeps working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compatibility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The prompt engine sources .p10k.zsh unchanged. The line-editor engines honour the plugin variables you already set.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67610"/>
          <a:ext cx="10515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5760720"/>
              </a:tblGrid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You have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What happens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.zshrc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Loads as it is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.p10k.zsh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Sourced unchanged by the native prompt engine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ZSH_HIGHLIGHT_STYLES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Honoured by the native highlighter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ZSH_AUTOSUGGEST_*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Honoured by autosuggestions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HISTORY_SUBSTRING_SEARCH_*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Honoured by history search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6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AUTOPAIR_*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Honoured by autopair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Plugin managers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plugins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50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2"/>
                </a:solidFill>
              </a:rPr>
              <a:t>--dump-plugins lists every sourced plugin from zinit, oh-my-zsh, prezto, antidote, antigen and zplug as JSON. Script plugins keep working. znative installs native Rust plugins and script plugins from one line each.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822960" y="2642235"/>
            <a:ext cx="10515600" cy="1615440"/>
          </a:xfrm>
          <a:prstGeom prst="roundRect">
            <a:avLst>
              <a:gd name="adj" fmla="val 6792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870835"/>
            <a:ext cx="98755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--dump-plugins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znative load MenkeTechnologies/zshrs-forgit    # native Rust plugin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znative load zsh-users/zsh-autosuggestions   # script plugin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531995"/>
            <a:ext cx="10515600" cy="15944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900" dirty="0">
                <a:solidFill>
                  <a:schemeClr val="bg2"/>
                </a:solidFill>
              </a:rPr>
              <a:t>Installs on first shell start, then loads from a content-addressed store</a:t>
            </a:r>
            <a:endParaRPr lang="en-US" sz="2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900" dirty="0">
                <a:solidFill>
                  <a:schemeClr val="bg2"/>
                </a:solidFill>
              </a:rPr>
              <a:t>No network on later starts</a:t>
            </a:r>
            <a:endParaRPr lang="en-US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Native plugins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plugins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A native plugin is a cdylib loaded with zmodload -R. Version mismatches are refused rather than crashing. See docs/PLUGINS.md.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Language</a:t>
            </a:r>
            <a:endParaRPr lang="en-US" sz="25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Rust, through a stable C ABI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</a:t>
            </a:r>
            <a:endParaRPr lang="en-US" sz="25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zmodload -R path/to/lib.dylib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</a:t>
            </a:r>
            <a:endParaRPr lang="en-US" sz="25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ABI version gate; mismatches refused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Registers</a:t>
            </a:r>
            <a:endParaRPr lang="en-US" sz="25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Builtins and native completions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Completions are bundled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completions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02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zsh's whole function tree is packed into the binary and written to ~/.zshrs/functions on first run, so a Homebrew zsh upgrade cannot change how the shell completes. Directories your config prepends to fpath still out-rank it.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822960" y="2594610"/>
            <a:ext cx="2491740" cy="3531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823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417570"/>
            <a:ext cx="1943100" cy="24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bg2"/>
                </a:solidFill>
              </a:rPr>
              <a:t>~/.zshrs/functions, written on first run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3497580" y="2594610"/>
            <a:ext cx="2491740" cy="3531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823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Priority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417570"/>
            <a:ext cx="1943100" cy="24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bg2"/>
                </a:solidFill>
              </a:rPr>
              <a:t>Your fpath entries win; bundle sits last otherwise</a:t>
            </a:r>
            <a:endParaRPr lang="en-US" sz="2500" dirty="0"/>
          </a:p>
        </p:txBody>
      </p:sp>
      <p:sp>
        <p:nvSpPr>
          <p:cNvPr id="12" name="Shape 9"/>
          <p:cNvSpPr/>
          <p:nvPr/>
        </p:nvSpPr>
        <p:spPr>
          <a:xfrm>
            <a:off x="6172200" y="2594610"/>
            <a:ext cx="2491740" cy="3531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823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 zsh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417570"/>
            <a:ext cx="1943100" cy="24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bg2"/>
                </a:solidFill>
              </a:rPr>
              <a:t>Host zsh install directories are dropped from fpath</a:t>
            </a:r>
            <a:endParaRPr lang="en-US" sz="2500" dirty="0"/>
          </a:p>
        </p:txBody>
      </p:sp>
      <p:sp>
        <p:nvSpPr>
          <p:cNvPr id="15" name="Shape 12"/>
          <p:cNvSpPr/>
          <p:nvPr/>
        </p:nvSpPr>
        <p:spPr>
          <a:xfrm>
            <a:off x="8846820" y="2594610"/>
            <a:ext cx="2491740" cy="3531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823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Third party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417570"/>
            <a:ext cx="1943100" cy="24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bg2"/>
                </a:solidFill>
              </a:rPr>
              <a:t>share/zsh/site-functions is kept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Prewarming completions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completions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553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4"/>
                </a:solidFill>
              </a:rPr>
              <a:t>--prewarm-autoloads compiles every function on $fpath ahead of time, so the first TAB is a cache probe rather than a parse. Each entry is stamped with the definition's SHA-256 and the compiler's identity, so an edited function recompiles.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2960" y="2546985"/>
            <a:ext cx="10515600" cy="1737360"/>
          </a:xfrm>
          <a:prstGeom prst="roundRect">
            <a:avLst>
              <a:gd name="adj" fmla="val 6316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775585"/>
            <a:ext cx="9875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--prewarm-autoloads            # every dir on $fpath</a:t>
            </a:r>
            <a:endParaRPr lang="en-US" sz="2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--prewarm-autoloads DIR ...    # just these</a:t>
            </a:r>
            <a:endParaRPr lang="en-US" sz="2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prewarm [DIR ...]                 # same, via the daemon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Manuals are bundled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manuals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02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zsh's manual pages and the Texinfo manual ship in the binary and materialise to ~/.zshrs/man and ~/.zshrs/info, prepended to MANPATH and INFOPATH with the system path still spliced in. run-help's database ships to ~/.zshrs/help.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822960" y="2594610"/>
            <a:ext cx="2491740" cy="3531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823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417570"/>
            <a:ext cx="1943100" cy="24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man zshall works with no zsh installed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594610"/>
            <a:ext cx="2491740" cy="3531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823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417570"/>
            <a:ext cx="1943100" cy="24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info zsh works the same way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594610"/>
            <a:ext cx="2491740" cy="3531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823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run-help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417570"/>
            <a:ext cx="1943100" cy="24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HELPDIR points at the bundled help database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594610"/>
            <a:ext cx="2491740" cy="3531870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823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--zsh mode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417570"/>
            <a:ext cx="1943100" cy="24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None of this is published, matching zsh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Line editor features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Rust ports of the fish engines that the zsh plugins recreate in script. They are refused when RCS is unset, so bare zshrs -f stays byte-identical to zsh -f.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Highlighting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Command validity, paths, quotes, brackets by nesting level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349758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Suggestions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Ghost text from history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17220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search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Prefix and substring, up arrow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884682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Autopair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4"/>
                </a:solidFill>
              </a:rPr>
              <a:t>Brackets and quotes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Syntax highlighting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The engine is the fish port. The palette and word-level classification are fast-syntax-highlighting's, so the native pass renders the same as the plugin it replaces.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Command exists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Path exists on disk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Quotes and redirections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438912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Colours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Command-type ladder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Brackets by nesting level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Glob, variable, option, math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795528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Contexts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Secondary theme inside $(...)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autoload, source, printf chromas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chemeClr val="bg2"/>
                </a:solidFill>
              </a:rPr>
              <a:t>Here-strings and case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Autosuggestions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Ghost text from history. Right arrow or End accepts it; forward-word accepts one word. ZSH_AUTOSUGGEST_* variables apply.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all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Right arrow or End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49758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a word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forward-word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617220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Configure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ZSH_AUTOSUGGEST_*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8846820" y="2467610"/>
            <a:ext cx="2491740" cy="365887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69621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Disable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290570"/>
            <a:ext cx="1943100" cy="2607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autosuggest = false in [zle]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History search and autopair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History search is prefix and substring on the up arrow, honouring HISTORY_SUBSTRING_SEARCH_*. Autopair is a zsh-autopair port honouring AUTOPAIR_*.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5166360" cy="3293745"/>
          </a:xfrm>
          <a:prstGeom prst="roundRect">
            <a:avLst>
              <a:gd name="adj" fmla="val 3331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search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461772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Prefix search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Substring search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Up arrow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6172200" y="2832735"/>
            <a:ext cx="5166360" cy="3293745"/>
          </a:xfrm>
          <a:prstGeom prst="roundRect">
            <a:avLst>
              <a:gd name="adj" fmla="val 3331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3061335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Autopair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3655695"/>
            <a:ext cx="461772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Brackets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Quotes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AUTOPAIR_* variables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The [zle] section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98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Per-feature false in the [zle] section of ~/.zshrs/zshrs.toml opts out. ZSHRS_NATIVE_ZLE_FX=0 disables all of them. The README is inconsistent about whether the defaults are on or off: confirm on your build.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822960" y="2689860"/>
            <a:ext cx="10515600" cy="2529840"/>
          </a:xfrm>
          <a:prstGeom prst="roundRect">
            <a:avLst>
              <a:gd name="adj" fmla="val 4337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918460"/>
            <a:ext cx="9875520" cy="207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~/.zshrs/zshrs.toml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[zle]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autosuggest = true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syntax_highlight = true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history_search = true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autopair = true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494020"/>
            <a:ext cx="1051560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600" dirty="0">
                <a:solidFill>
                  <a:schemeClr val="accent4"/>
                </a:solidFill>
              </a:rPr>
              <a:t>ZSHRS_NATIVE_ZLE_FX=0 force-disables all engines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Keystroke budget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Highlight and autosuggest passes are capped at 8 ms by default, so a huge directory or a pathological PATH cannot lag typing.</a:t>
            </a:r>
            <a:endParaRPr lang="en-US" sz="2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67610"/>
          <a:ext cx="105156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68580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b="1" dirty="0">
                          <a:solidFill>
                            <a:schemeClr val="accent1"/>
                          </a:solidFill>
                        </a:rPr>
                        <a:t>Setting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b="1" dirty="0">
                          <a:solidFill>
                            <a:schemeClr val="accent1"/>
                          </a:solidFill>
                        </a:rPr>
                        <a:t>Value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Default budget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8 ms per pass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Highlight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ZSHRS_ZLE_HIGHLIGHT_BUDGET_MS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Suggest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800" dirty="0">
                          <a:solidFill>
                            <a:schemeClr val="bg2"/>
                          </a:solidFill>
                        </a:rPr>
                        <a:t>ZSHRS_ZLE_AUTOSUGGEST_BUDGET_MS</a:t>
                      </a:r>
                      <a:endParaRPr lang="en-US" sz="2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193 line-editor widgets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line editor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The README lists the registered widget families.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118360"/>
            <a:ext cx="2491740" cy="400812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346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Navigation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2941320"/>
            <a:ext cx="194310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accent4"/>
                </a:solidFill>
              </a:rPr>
              <a:t>History navigation</a:t>
            </a:r>
            <a:endParaRPr lang="en-US" sz="2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accent4"/>
                </a:solidFill>
              </a:rPr>
              <a:t>Shell-aware word motion</a:t>
            </a:r>
            <a:endParaRPr lang="en-US" sz="2300" dirty="0"/>
          </a:p>
        </p:txBody>
      </p:sp>
      <p:sp>
        <p:nvSpPr>
          <p:cNvPr id="9" name="Shape 6"/>
          <p:cNvSpPr/>
          <p:nvPr/>
        </p:nvSpPr>
        <p:spPr>
          <a:xfrm>
            <a:off x="3497580" y="2118360"/>
            <a:ext cx="2491740" cy="400812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346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Editing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2941320"/>
            <a:ext cx="194310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accent4"/>
                </a:solidFill>
              </a:rPr>
              <a:t>vi find, repeat, marks</a:t>
            </a:r>
            <a:endParaRPr lang="en-US" sz="2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accent4"/>
                </a:solidFill>
              </a:rPr>
              <a:t>Undo and redo</a:t>
            </a:r>
            <a:endParaRPr lang="en-US" sz="2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accent4"/>
                </a:solidFill>
              </a:rPr>
              <a:t>Yank-pop</a:t>
            </a:r>
            <a:endParaRPr lang="en-US" sz="2300" dirty="0"/>
          </a:p>
        </p:txBody>
      </p:sp>
      <p:sp>
        <p:nvSpPr>
          <p:cNvPr id="12" name="Shape 9"/>
          <p:cNvSpPr/>
          <p:nvPr/>
        </p:nvSpPr>
        <p:spPr>
          <a:xfrm>
            <a:off x="6172200" y="2118360"/>
            <a:ext cx="2491740" cy="400812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346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Selection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2941320"/>
            <a:ext cx="194310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accent4"/>
                </a:solidFill>
              </a:rPr>
              <a:t>Region and visual mode</a:t>
            </a:r>
            <a:endParaRPr lang="en-US" sz="2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accent4"/>
                </a:solidFill>
              </a:rPr>
              <a:t>Text objects</a:t>
            </a:r>
            <a:endParaRPr lang="en-US" sz="2300" dirty="0"/>
          </a:p>
        </p:txBody>
      </p:sp>
      <p:sp>
        <p:nvSpPr>
          <p:cNvPr id="15" name="Shape 12"/>
          <p:cNvSpPr/>
          <p:nvPr/>
        </p:nvSpPr>
        <p:spPr>
          <a:xfrm>
            <a:off x="8846820" y="2118360"/>
            <a:ext cx="2491740" cy="400812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346960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2941320"/>
            <a:ext cx="194310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accent4"/>
                </a:solidFill>
              </a:rPr>
              <a:t>isearch</a:t>
            </a:r>
            <a:endParaRPr lang="en-US" sz="2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300" dirty="0">
                <a:solidFill>
                  <a:schemeClr val="accent4"/>
                </a:solidFill>
              </a:rPr>
              <a:t>Completion menu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Prompt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prompt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950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2"/>
                </a:solidFill>
              </a:rPr>
              <a:t>The powerlevel10k theme runs as in-process Rust. Your .p10k.zsh is sourced unchanged and git status uses a native .git reader instead of gitstatusd. There is no instant-prompt stage: first paint is the full prompt.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822960" y="2642235"/>
            <a:ext cx="5166360" cy="3484245"/>
          </a:xfrm>
          <a:prstGeom prst="roundRect">
            <a:avLst>
              <a:gd name="adj" fmla="val 3149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870835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465195"/>
            <a:ext cx="4617720" cy="2432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Renders in process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Native .git reader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No instant-prompt stage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6172200" y="2642235"/>
            <a:ext cx="5166360" cy="3484245"/>
          </a:xfrm>
          <a:prstGeom prst="roundRect">
            <a:avLst>
              <a:gd name="adj" fmla="val 3149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2870835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not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3465195"/>
            <a:ext cx="4617720" cy="2432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Your .p10k.zsh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Your segments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bg2"/>
                </a:solidFill>
              </a:rPr>
              <a:t>Your look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Work that never forks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no-fork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From the README no-fork table. In zsh each of these forks or runs single-threaded.</a:t>
            </a:r>
            <a:endParaRPr lang="en-US" sz="2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99360"/>
          <a:ext cx="10515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400800"/>
              </a:tblGrid>
              <a:tr h="453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Operation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accent2"/>
                          </a:solidFill>
                        </a:rPr>
                        <a:t>In zshrs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$(cmd)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In-process stdout capture via dup2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&lt;(cmd) and &gt;(cmd)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Worker pool thread plus FIFO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cat, head, tail, wc, sort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Builtins, zero fork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date, hostname, uname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Builtins, direct syscall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pmap, pgrep, peach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Run on the VM, zero fork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**/*.rs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Parallel per-subdir descent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33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compinit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accent4"/>
                          </a:solidFill>
                        </a:rPr>
                        <a:t>Background fpath scan</a:t>
                      </a:r>
                      <a:endParaRPr lang="en-US" sz="18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48 coreutils in process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no-fork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These run in the shell process with no fork and exec. arch, find, hostname, rev and tput are also in process.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499360"/>
            <a:ext cx="10515600" cy="2489200"/>
          </a:xfrm>
          <a:prstGeom prst="roundRect">
            <a:avLst>
              <a:gd name="adj" fmla="val 440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727960"/>
            <a:ext cx="987552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base64 basename cat cksum comm cut date dircolors dirname env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expand expr factor fold groups head id link logname mkfifo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mktemp nice nl nproc paste printenv realpath seq sha256sum shuf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sleep sort sum tac tail tee touch tr tsort tty uname unexpand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 unlink users wc whoami yes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git and fzf in process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in-process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Through the zshrs-native build, git is a builtin and arb --fzf is an fzf-compatible finder, both in the shell's own process with no fork, no exec and no PATH lookup.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5166360" cy="3293745"/>
          </a:xfrm>
          <a:prstGeom prst="roundRect">
            <a:avLst>
              <a:gd name="adj" fmla="val 3331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461772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accent4"/>
                </a:solidFill>
              </a:rPr>
              <a:t>Builtin, in process</a:t>
            </a:r>
            <a:endParaRPr lang="en-US" sz="2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accent4"/>
                </a:solidFill>
              </a:rPr>
              <a:t>No fork, no exec</a:t>
            </a:r>
            <a:endParaRPr lang="en-US" sz="2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accent4"/>
                </a:solidFill>
              </a:rPr>
              <a:t>No PATH lookup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6172200" y="2832735"/>
            <a:ext cx="5166360" cy="3293745"/>
          </a:xfrm>
          <a:prstGeom prst="roundRect">
            <a:avLst>
              <a:gd name="adj" fmla="val 3331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3061335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fzf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3655695"/>
            <a:ext cx="461772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accent4"/>
                </a:solidFill>
              </a:rPr>
              <a:t>arb --fzf, in process</a:t>
            </a:r>
            <a:endParaRPr lang="en-US" sz="2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accent4"/>
                </a:solidFill>
              </a:rPr>
              <a:t>FZF_DEFAULT_OPTS</a:t>
            </a:r>
            <a:endParaRPr lang="en-US" sz="2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accent4"/>
                </a:solidFill>
              </a:rPr>
              <a:t>FZF_DEFAULT_OPTS_FILE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Parallel builtins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parallel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pmap, pgrep, peach, barrier, async and await run on the worker pool with no forks. The {} placeholder is the element.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2082800"/>
          </a:xfrm>
          <a:prstGeom prst="roundRect">
            <a:avLst>
              <a:gd name="adj" fmla="val 526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pmap 'gzip {}' *.log                         # ordered output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pgrep 'grep -q TODO {}' **/*.rs              # parallel filter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peach 'convert {} {}.png' *.svg              # unordered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barrier 'npm test' ::: 'cargo test' ::: 'pytest'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async, await, background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parallel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async ships work to the pool and returns an id; await collects the result. Coprocesses and ordinary background jobs work as in zsh.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2570480"/>
          </a:xfrm>
          <a:prstGeom prst="roundRect">
            <a:avLst>
              <a:gd name="adj" fmla="val 4269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211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id=$(async 'sleep 5; curl https://example.com')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result=$(await $id)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coproc { body }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hi &gt;/dev/fd/${COPROC[2]}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Parallel globbing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parallel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Recursive globbing descends subdirectories on the worker pool and qualifiers use one parallel metadata prefetch. Both are configured in the [glob] section.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10515600" cy="2042160"/>
          </a:xfrm>
          <a:prstGeom prst="roundRect">
            <a:avLst>
              <a:gd name="adj" fmla="val 5373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061335"/>
            <a:ext cx="9875520" cy="158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[glob]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parallel_threshold = 32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recursive_parallel = true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149215"/>
            <a:ext cx="10515600" cy="977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500" dirty="0">
                <a:solidFill>
                  <a:schemeClr val="bg2"/>
                </a:solidFill>
              </a:rPr>
              <a:t>recursive_parallel defaults on</a:t>
            </a:r>
            <a:endParaRPr lang="en-US" sz="2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500" dirty="0">
                <a:solidFill>
                  <a:schemeClr val="bg2"/>
                </a:solidFill>
              </a:rPr>
              <a:t>Set false to descend serially</a:t>
            </a: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Caches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caches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045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accent4"/>
                </a:solidFill>
              </a:rPr>
              <a:t>Compiled bytecode and plugin payloads live in rkyv images under ~/.zshrs/images and are read by mmap. SQLite files beside them are read-only mirrors for browsing, never consulted for cache hits.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822960" y="2737485"/>
            <a:ext cx="2491740" cy="338899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9660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index.rkyv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560445"/>
            <a:ext cx="1943100" cy="2337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Top-level index: name to shard, generation, offset</a:t>
            </a:r>
            <a:endParaRPr lang="en-US" sz="2300" dirty="0"/>
          </a:p>
        </p:txBody>
      </p:sp>
      <p:sp>
        <p:nvSpPr>
          <p:cNvPr id="9" name="Shape 6"/>
          <p:cNvSpPr/>
          <p:nvPr/>
        </p:nvSpPr>
        <p:spPr>
          <a:xfrm>
            <a:off x="3497580" y="2737485"/>
            <a:ext cx="2491740" cy="338899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29660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autoloads.rkyv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560445"/>
            <a:ext cx="1943100" cy="2337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One compiled program per autoloaded function</a:t>
            </a:r>
            <a:endParaRPr lang="en-US" sz="2300" dirty="0"/>
          </a:p>
        </p:txBody>
      </p:sp>
      <p:sp>
        <p:nvSpPr>
          <p:cNvPr id="12" name="Shape 9"/>
          <p:cNvSpPr/>
          <p:nvPr/>
        </p:nvSpPr>
        <p:spPr>
          <a:xfrm>
            <a:off x="6172200" y="2737485"/>
            <a:ext cx="2491740" cy="338899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9660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scripts.rkyv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560445"/>
            <a:ext cx="1943100" cy="2337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One compiled chunk per script, keyed by path and mtime</a:t>
            </a:r>
            <a:endParaRPr lang="en-US" sz="2300" dirty="0"/>
          </a:p>
        </p:txBody>
      </p:sp>
      <p:sp>
        <p:nvSpPr>
          <p:cNvPr id="15" name="Shape 12"/>
          <p:cNvSpPr/>
          <p:nvPr/>
        </p:nvSpPr>
        <p:spPr>
          <a:xfrm>
            <a:off x="8846820" y="2737485"/>
            <a:ext cx="2491740" cy="3388995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296608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SQLite mirrors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560445"/>
            <a:ext cx="1943100" cy="2337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catalog.db and history.db, read-only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Browsing the mirrors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caches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dbview lists tables and row counts, or looks into a single function, completion or history search. It reads the SQLite mirrors, not the bytecode cache.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10515600" cy="2164080"/>
          </a:xfrm>
          <a:prstGeom prst="roundRect">
            <a:avLst>
              <a:gd name="adj" fmla="val 5070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061335"/>
            <a:ext cx="9875520" cy="170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dbview                        # list tables + row counts</a:t>
            </a:r>
            <a:endParaRPr lang="en-US" sz="2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dbview autoloads _git         # source, body, bytecode status</a:t>
            </a:r>
            <a:endParaRPr lang="en-US" sz="2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dbview comps git              # search completions</a:t>
            </a:r>
            <a:endParaRPr lang="en-US" sz="2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dbview history docker         # search history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The config file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config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One directory holds everything: ~/.zshrs, relocatable with ZSHRS_HOME. These are the sections the README documents.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3383280"/>
          </a:xfrm>
          <a:prstGeom prst="roundRect">
            <a:avLst>
              <a:gd name="adj" fmla="val 3243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[worker_pool]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 = 8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[completion]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bytecode_cache = true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[history]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async_writes = true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[glob]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parallel_threshold = 32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Worker pool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config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A persistent pool of 2 to 18 threads takes command substitution, process substitution, globbing, completion and autoloading. The size is configurable.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chemeClr val="bg2"/>
                </a:solidFill>
              </a:rPr>
              <a:t>2 to 18 threads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349758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7190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377190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chemeClr val="bg2"/>
                </a:solidFill>
              </a:rPr>
              <a:t>size under [worker_pool]</a:t>
            </a:r>
            <a:endParaRPr lang="en-US" sz="2700" dirty="0"/>
          </a:p>
        </p:txBody>
      </p:sp>
      <p:sp>
        <p:nvSpPr>
          <p:cNvPr id="12" name="Shape 9"/>
          <p:cNvSpPr/>
          <p:nvPr/>
        </p:nvSpPr>
        <p:spPr>
          <a:xfrm>
            <a:off x="617220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Takes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chemeClr val="bg2"/>
                </a:solidFill>
              </a:rPr>
              <a:t>Substitution, globbing, completion, autoload</a:t>
            </a:r>
            <a:endParaRPr lang="en-US" sz="2700" dirty="0"/>
          </a:p>
        </p:txBody>
      </p:sp>
      <p:sp>
        <p:nvSpPr>
          <p:cNvPr id="15" name="Shape 12"/>
          <p:cNvSpPr/>
          <p:nvPr/>
        </p:nvSpPr>
        <p:spPr>
          <a:xfrm>
            <a:off x="8846820" y="2832735"/>
            <a:ext cx="2491740" cy="3293745"/>
          </a:xfrm>
          <a:prstGeom prst="roundRect">
            <a:avLst>
              <a:gd name="adj" fmla="val 4404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121140" y="3061335"/>
            <a:ext cx="1943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Also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9121140" y="3655695"/>
            <a:ext cx="194310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chemeClr val="bg2"/>
                </a:solidFill>
              </a:rPr>
              <a:t>async and await</a:t>
            </a: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Daemon (optional)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daemon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045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accent4"/>
                </a:solidFill>
              </a:rPr>
              <a:t>The daemon owns shared caches and history so many shells can read them by mmap. You start it yourself; nothing auto-spawns it. The design notes require shells to keep working when it is down.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822960" y="2737485"/>
            <a:ext cx="5166360" cy="3388995"/>
          </a:xfrm>
          <a:prstGeom prst="roundRect">
            <a:avLst>
              <a:gd name="adj" fmla="val 3238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966085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560445"/>
            <a:ext cx="4617720" cy="2337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600" dirty="0">
                <a:solidFill>
                  <a:schemeClr val="accent4"/>
                </a:solidFill>
              </a:rPr>
              <a:t>Shared caches</a:t>
            </a:r>
            <a:endParaRPr lang="en-US" sz="2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600" dirty="0">
                <a:solidFill>
                  <a:schemeClr val="accent4"/>
                </a:solidFill>
              </a:rPr>
              <a:t>History</a:t>
            </a:r>
            <a:endParaRPr lang="en-US" sz="2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600" dirty="0">
                <a:solidFill>
                  <a:schemeClr val="accent4"/>
                </a:solidFill>
              </a:rPr>
              <a:t>fsnotify, scheduling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6172200" y="2737485"/>
            <a:ext cx="5166360" cy="3388995"/>
          </a:xfrm>
          <a:prstGeom prst="roundRect">
            <a:avLst>
              <a:gd name="adj" fmla="val 3238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2966085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Shells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3560445"/>
            <a:ext cx="4617720" cy="2337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600" dirty="0">
                <a:solidFill>
                  <a:schemeClr val="accent4"/>
                </a:solidFill>
              </a:rPr>
              <a:t>Stateless clients</a:t>
            </a:r>
            <a:endParaRPr lang="en-US" sz="2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600" dirty="0">
                <a:solidFill>
                  <a:schemeClr val="accent4"/>
                </a:solidFill>
              </a:rPr>
              <a:t>Read caches by mmap</a:t>
            </a:r>
            <a:endParaRPr lang="en-US" sz="2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600" dirty="0">
                <a:solidFill>
                  <a:schemeClr val="accent4"/>
                </a:solidFill>
              </a:rPr>
              <a:t>Fall through to source if it is down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Daemon commands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daemon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start is idempotent and waits for the socket. stop returns once the socket is gone. status prints JSON and exits 1 when the daemon is not running.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10515600" cy="2326640"/>
          </a:xfrm>
          <a:prstGeom prst="roundRect">
            <a:avLst>
              <a:gd name="adj" fmla="val 4716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061335"/>
            <a:ext cx="9875520" cy="1869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status      # JSON; exit 1 when not running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start       # idempotent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stop        # returns once the socket is gone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restart     # new pid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Jobs and messaging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daemon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Built on the daemon. zjob runs a child under the daemon on a pseudo-terminal so it survives your shell and can be attached later. zsubscribe, zpublish and zlock coordinate shells.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zjob submit --pty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Supervised job; attach later; detach with Ctrl-]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8912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zsubscribe, zpublish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Cross-shell pub/sub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7955280" y="2832735"/>
            <a:ext cx="3383280" cy="3293745"/>
          </a:xfrm>
          <a:prstGeom prst="roundRect">
            <a:avLst>
              <a:gd name="adj" fmla="val 3331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3061335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zlock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3655695"/>
            <a:ext cx="2834640" cy="2242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Named locks; release needs the original token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The ai builtin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ai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ai calls a language model from inside the shell process. The answer streams to stdout or lands in a parameter with -v or -a. Configure with [ai] in ~/.zshrs/zshrs.toml.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10515600" cy="2001520"/>
          </a:xfrm>
          <a:prstGeom prst="roundRect">
            <a:avLst>
              <a:gd name="adj" fmla="val 5482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061335"/>
            <a:ext cx="9875520" cy="154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explain the difference between '$@' and '$*'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diff --cached | ai -v msg -s 'Write a one-line commit message.'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-a steps list the steps to rotate a TLS cert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-c   # cost and token report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ai flags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ai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Flags from the README table.</a:t>
            </a:r>
            <a:endParaRPr lang="en-US" sz="24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18360"/>
          <a:ext cx="10515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5760720"/>
              </a:tblGrid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Flag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2"/>
                          </a:solidFill>
                        </a:rPr>
                        <a:t>Meaning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-m MODEL, -P PROVIDER, -s SYSTEM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model, provider, system prompt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-v VAR, -a ARRAY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assign to a scalar or an array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-b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buffer instead of streaming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-n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bypass the response cache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-c, -H, -G, -K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cost report, history, config, clear cache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5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-M pattern=response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accent4"/>
                          </a:solidFill>
                        </a:rPr>
                        <a:t>install a mock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intercept: before, after, around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intercept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141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intercept installs advice on any command word: an external, a function, a builtin, a native command or an alias. intercept_proceed calls the original from around advice.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832735"/>
            <a:ext cx="10515600" cy="2082800"/>
          </a:xfrm>
          <a:prstGeom prst="roundRect">
            <a:avLst>
              <a:gd name="adj" fmla="val 526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061335"/>
            <a:ext cx="987552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intercept before git { echo "[$(date)] git $INTERCEPT_ARGS" &gt;&gt; ~/git.log }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intercept after '_*' { echo "$INTERCEPT_NAME took ${INTERCEPT_MS}ms" }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intercept around expensive_func {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[[ -f $cache ]]; then cat $cache; else intercept_proceed | tee $cache; fi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Variables bound in advice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intercept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These are bound while advice runs. $INTERCEPT_MS, $INTERCEPT_US and $INTERCEPT_STATUS exist only for after advice.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499360"/>
            <a:ext cx="5166360" cy="3627120"/>
          </a:xfrm>
          <a:prstGeom prst="roundRect">
            <a:avLst>
              <a:gd name="adj" fmla="val 3025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7279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322320"/>
            <a:ext cx="461772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accent4"/>
                </a:solidFill>
              </a:rPr>
              <a:t>$INTERCEPT_NAME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accent4"/>
                </a:solidFill>
              </a:rPr>
              <a:t>$INTERCEPT_ARGS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accent4"/>
                </a:solidFill>
              </a:rPr>
              <a:t>$INTERCEPT_CMD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6172200" y="2499360"/>
            <a:ext cx="5166360" cy="3627120"/>
          </a:xfrm>
          <a:prstGeom prst="roundRect">
            <a:avLst>
              <a:gd name="adj" fmla="val 3025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272796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only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6446520" y="3322320"/>
            <a:ext cx="461772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accent4"/>
                </a:solidFill>
              </a:rPr>
              <a:t>$INTERCEPT_MS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accent4"/>
                </a:solidFill>
              </a:rPr>
              <a:t>$INTERCEPT_US</a:t>
            </a:r>
            <a:endParaRPr lang="en-US" sz="2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800" dirty="0">
                <a:solidFill>
                  <a:schemeClr val="accent4"/>
                </a:solidFill>
              </a:rPr>
              <a:t>$INTERCEPT_STATUS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provenance: where a value came from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provenance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1093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provenance -m NAME arms a parameter or function. Reading it back shows its origin and every op that touched it, each with file, line and wall clock. Nothing is recorded until you arm it.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822960" y="2785110"/>
            <a:ext cx="10515600" cy="2489200"/>
          </a:xfrm>
          <a:prstGeom prst="roundRect">
            <a:avLst>
              <a:gd name="adj" fmla="val 440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3013710"/>
            <a:ext cx="987552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 -m ARCHIVE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REPORT=$(date +%Y-%m-%d)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ARCHIVE=${REPORT}.tar.gz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 czf $ARCHIVE .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 ARCHIVE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548630"/>
            <a:ext cx="1051560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chemeClr val="bg2"/>
                </a:solidFill>
              </a:rPr>
              <a:t>Output: origin, then ops: concat, assign, expand, exec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doctor, profile, dbview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diagnostics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Three diagnostics shipped as builtins.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118360"/>
            <a:ext cx="3383280" cy="400812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346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doctor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2941320"/>
            <a:ext cx="283464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Pool metrics, cache stats, bytecode coverage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89120" y="2118360"/>
            <a:ext cx="3383280" cy="400812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2346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profile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2941320"/>
            <a:ext cx="283464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In-process command profiling, nanosecond accuracy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7955280" y="2118360"/>
            <a:ext cx="3383280" cy="400812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2346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dbview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2941320"/>
            <a:ext cx="2834640" cy="295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Read-only browse of the SQLite mirrors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Dumps and introspection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dumps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These flags print the shell's own view of a script or of itself. --tiers reports which JIT tier ran each chunk.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499360"/>
            <a:ext cx="10515600" cy="338328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727960"/>
            <a:ext cx="9875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--dump-tokens FILE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--dump-wordcode FILE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--dump-ast FILE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--disasm FILE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--dump-reflection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--tiers FILE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Formatter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tooling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--fmt reindents blocks, applies idiomatic spacing, is heredoc-safe and idempotent. The same engine backs LSP formatting.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985520"/>
          </a:xfrm>
          <a:prstGeom prst="roundRect">
            <a:avLst>
              <a:gd name="adj" fmla="val 11134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--fmt [-w] [-t] [-i N] [FILE...]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727450"/>
            <a:ext cx="10515600" cy="2399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accent4"/>
                </a:solidFill>
              </a:rPr>
              <a:t>-w writes in place</a:t>
            </a:r>
            <a:endParaRPr lang="en-US" sz="3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accent4"/>
                </a:solidFill>
              </a:rPr>
              <a:t>stdin to stdout otherwise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Editors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tooling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The language server answers from the shell's own lexer, parser and live completers. The IntelliJ plugin starts zshrs --lsp on first file open.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2042160"/>
          </a:xfrm>
          <a:prstGeom prst="roundRect">
            <a:avLst>
              <a:gd name="adj" fmla="val 5373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158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--lsp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--dap HOST:PORT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--dap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784090"/>
            <a:ext cx="10515600" cy="1342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chemeClr val="bg2"/>
                </a:solidFill>
              </a:rPr>
              <a:t>LSP over stdio; completion from the real completers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chemeClr val="bg2"/>
                </a:solidFill>
              </a:rPr>
              <a:t>DAP over TCP connect-back or stdio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chemeClr val="bg2"/>
                </a:solidFill>
              </a:rPr>
              <a:t>ZSHRS_LSP_LOG enables LSP logging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Emulation modes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emulation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Eight Bourne-family dialects run through one bytecode core, each verified against its real reference shell. --csh is separate.</a:t>
            </a:r>
            <a:endParaRPr lang="en-US" sz="23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67610"/>
          <a:ext cx="10515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291840"/>
                <a:gridCol w="4297680"/>
              </a:tblGrid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b="1" dirty="0">
                          <a:solidFill>
                            <a:schemeClr val="accent2"/>
                          </a:solidFill>
                        </a:rPr>
                        <a:t>Flag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b="1" dirty="0">
                          <a:solidFill>
                            <a:schemeClr val="accent2"/>
                          </a:solidFill>
                        </a:rPr>
                        <a:t>Behaves as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b="1" dirty="0">
                          <a:solidFill>
                            <a:schemeClr val="accent2"/>
                          </a:solidFill>
                        </a:rPr>
                        <a:t>Verified against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--zsh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zsh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zsh 5.9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--bash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bash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GNU bash 5.3.15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--ksh, --mksh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ksh family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ksh93, mksh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--sh, --posix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/bin/sh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/bin/sh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--dash, --ash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dash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dash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Real shell or zsh's model of it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emulation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bg2"/>
                </a:solidFill>
              </a:rPr>
              <a:t>--sh reproduces /bin/sh. --sh --zsh reproduces zsh's model of /bin/sh, as zsh's emulate would. Pick the one you want to be compatible with.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1513840"/>
          </a:xfrm>
          <a:prstGeom prst="roundRect">
            <a:avLst>
              <a:gd name="adj" fmla="val 7248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--sh script.sh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--sh --zsh script.sh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55770"/>
            <a:ext cx="10515600" cy="1870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bg2"/>
                </a:solidFill>
              </a:rPr>
              <a:t>Bare --sh uses XSI echo, as dash does</a:t>
            </a:r>
            <a:endParaRPr lang="en-US" sz="3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bg2"/>
                </a:solidFill>
              </a:rPr>
              <a:t>--bash accepts bash's own set -o names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Login-shell symlinks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login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The symlink name selects the personality, the way argv[0] inference works in zsh. Add the path to /etc/shells and chsh.</a:t>
            </a:r>
            <a:endParaRPr lang="en-US" sz="23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467610"/>
          <a:ext cx="10515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291840"/>
                <a:gridCol w="4297680"/>
              </a:tblGrid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b="1" dirty="0">
                          <a:solidFill>
                            <a:schemeClr val="accent2"/>
                          </a:solidFill>
                        </a:rPr>
                        <a:t>Symlink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b="1" dirty="0">
                          <a:solidFill>
                            <a:schemeClr val="accent2"/>
                          </a:solidFill>
                        </a:rPr>
                        <a:t>Starts as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b="1" dirty="0">
                          <a:solidFill>
                            <a:schemeClr val="accent2"/>
                          </a:solidFill>
                        </a:rPr>
                        <a:t>Mode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bash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-bash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--bash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ksh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-ksh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--ksh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--sh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dash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-dash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--dash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98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zsh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-zsh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500" dirty="0">
                          <a:solidFill>
                            <a:schemeClr val="accent4"/>
                          </a:solidFill>
                        </a:rPr>
                        <a:t>--zsh</a:t>
                      </a:r>
                      <a:endParaRPr lang="en-US" sz="2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Where files live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files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Informational output goes to the log, not the terminal.</a:t>
            </a:r>
            <a:endParaRPr lang="en-US" sz="24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18360"/>
          <a:ext cx="10515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5760720"/>
              </a:tblGrid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b="1" dirty="0">
                          <a:solidFill>
                            <a:schemeClr val="accent1"/>
                          </a:solidFill>
                        </a:rPr>
                        <a:t>Path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b="1" dirty="0">
                          <a:solidFill>
                            <a:schemeClr val="accent1"/>
                          </a:solidFill>
                        </a:rPr>
                        <a:t>What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~/.zshrs/zshrs.toml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Configuration, including [zle]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~/.zshrs/functions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Bundled completion functions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~/.zshrs/man, info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Bundled manuals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~/.zshrs/images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rkyv caches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~/.zshrs/zshrs.log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700" dirty="0">
                          <a:solidFill>
                            <a:schemeClr val="bg2"/>
                          </a:solidFill>
                        </a:rPr>
                        <a:t>Log output</a:t>
                      </a:r>
                      <a:endParaRPr lang="en-US" sz="2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Resetting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troubleshooting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Source files are the source of truth and the caches are accelerators, so removing cache files is safe.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499360"/>
            <a:ext cx="3383280" cy="362712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727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 slate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322320"/>
            <a:ext cx="283464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rm -rf ~/.zshrs removes everything it created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89120" y="2499360"/>
            <a:ext cx="3383280" cy="362712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663440" y="2727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Cache only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4663440" y="3322320"/>
            <a:ext cx="283464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Remove files under ~/.zshrs/images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7955280" y="2499360"/>
            <a:ext cx="3383280" cy="362712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9D5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0" y="2727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Bypass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3322320"/>
            <a:ext cx="2834640" cy="257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4"/>
                </a:solidFill>
              </a:rPr>
              <a:t>Bare zshrs -f skips rc files and engines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Troubleshooting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troubleshooting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Each row is something this deck has shown.</a:t>
            </a:r>
            <a:endParaRPr lang="en-US" sz="24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18360"/>
          <a:ext cx="10515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5760720"/>
              </a:tblGrid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Symptom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Try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Slow startup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ZSHRS_STARTUP_TRACE=1 zshrs -f -i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Typing lag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Lower the ZSHRS_ZLE_*_BUDGET_MS values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Unexpected highlight or suggestion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Set the feature false in [zle]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Stale completions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zshrs --prewarm-autoloads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Behaviour differs from zsh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bg2"/>
                          </a:solidFill>
                        </a:rPr>
                        <a:t>Repro with zsh -fc and zshrs --zsh -fc</a:t>
                      </a:r>
                      <a:endParaRPr lang="en-US" sz="2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8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Reporting a problem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issues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775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chemeClr val="accent4"/>
                </a:solidFill>
              </a:rPr>
              <a:t>Parity bugs are easiest to fix with a one-line repro that runs in both shells. Use -f on both sides so no rc file differs.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22960" y="2467610"/>
            <a:ext cx="10515600" cy="1513840"/>
          </a:xfrm>
          <a:prstGeom prst="roundRect">
            <a:avLst>
              <a:gd name="adj" fmla="val 7248"/>
            </a:avLst>
          </a:prstGeom>
          <a:solidFill>
            <a:schemeClr val="accent4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696210"/>
            <a:ext cx="9875520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 -fc 'your snippet'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--zsh -fc 'your snippet'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55770"/>
            <a:ext cx="10515600" cy="1870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accent4"/>
                </a:solidFill>
              </a:rPr>
              <a:t>Open an issue with both outputs</a:t>
            </a:r>
            <a:endParaRPr lang="en-US" sz="3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accent4"/>
                </a:solidFill>
              </a:rPr>
              <a:t>Include the version: zshrs --version</a:t>
            </a:r>
            <a:endParaRPr lang="en-US" sz="3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3000" dirty="0">
                <a:solidFill>
                  <a:schemeClr val="accent4"/>
                </a:solidFill>
              </a:rPr>
              <a:t>Include zshrs.log if it crashed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Cheat sheet: commands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cheat-sheet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</a:rPr>
              <a:t>A page people can photograph.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822960" y="2118360"/>
            <a:ext cx="10515600" cy="3708400"/>
          </a:xfrm>
          <a:prstGeom prst="roundRect">
            <a:avLst>
              <a:gd name="adj" fmla="val 2959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143000" y="2346960"/>
            <a:ext cx="9875520" cy="325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zshrs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zsh-bench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zd daemon start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--fmt -w FILE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--tiers FILE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--dump-plugins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znative load owner/repo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zshrs --prewarm-autoloads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dbview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provenance -m NAME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4"/>
                </a:solidFill>
              </a:rPr>
              <a:t>Cheat sheet: knobs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cheat-sheet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463040"/>
            <a:ext cx="105156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Config keys and environment variables from the README.</a:t>
            </a:r>
            <a:endParaRPr lang="en-US" sz="24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18360"/>
          <a:ext cx="10515600" cy="914400"/>
        </p:xfrm>
        <a:graphic>
          <a:graphicData uri="http://schemas.openxmlformats.org/drawingml/2006/table">
            <a:tbl>
              <a:tblPr/>
              <a:tblGrid>
                <a:gridCol w="5943600"/>
                <a:gridCol w="4572000"/>
              </a:tblGrid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2"/>
                          </a:solidFill>
                        </a:rPr>
                        <a:t>Name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2"/>
                          </a:solidFill>
                        </a:rPr>
                        <a:t>What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[zle] autosuggest, syntax_highlight, history_search, autopair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Engines on or off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ZSHRS_NATIVE_ZLE_FX=0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Disable all engines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ZSHRS_ZLE_*_BUDGET_MS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Per-keystroke budget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ZSHRS_HOME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Config and cache directory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ZSHRS_STARTUP_TRACE=1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4"/>
                          </a:solidFill>
                        </a:rPr>
                        <a:t>Startup phase timing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6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</a:rPr>
              <a:t>Install again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 / install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737360"/>
            <a:ext cx="10515600" cy="2042160"/>
          </a:xfrm>
          <a:prstGeom prst="roundRect">
            <a:avLst>
              <a:gd name="adj" fmla="val 5373"/>
            </a:avLst>
          </a:prstGeom>
          <a:solidFill>
            <a:schemeClr val="tx2"/>
          </a:solidFill>
          <a:ln w="12700">
            <a:solidFill>
              <a:srgbClr val="2C38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965960"/>
            <a:ext cx="9875520" cy="158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tap MenkeTechnologies/menketech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zshrs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zshrs-all   # adds recorder + daemon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private/tmp/claude-501/-Users-wizard-RustroverProjects-zshrs/2555d359-9a79-4736-9207-869cc21577b1/scratchpad/logo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97280"/>
            <a:ext cx="5486400" cy="1645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32004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60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47548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github.com/MenkeTechnologies/zshrs</a:t>
            </a:r>
            <a:endParaRPr lang="en-US" sz="2200" dirty="0"/>
          </a:p>
        </p:txBody>
      </p:sp>
      <p:sp>
        <p:nvSpPr>
          <p:cNvPr id="6" name="Text 0"/>
          <p:cNvSpPr/>
          <p:nvPr>
            <p:ph idx="101" type="title" hasCustomPrompt="1"/>
          </p:nvPr>
        </p:nvSpPr>
        <p:spPr>
          <a:xfrm>
            <a:off x="822960" y="457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26364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200">
                <a:solidFill>
                  <a:schemeClr val="accent5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zshrs talk">
  <a:themeElements>
    <a:clrScheme name="zshrs talk">
      <a:dk1>
        <a:srgbClr val="0F1419"/>
      </a:dk1>
      <a:lt1>
        <a:srgbClr val="F2F0E9"/>
      </a:lt1>
      <a:dk2>
        <a:srgbClr val="1A222B"/>
      </a:dk2>
      <a:lt2>
        <a:srgbClr val="E8E6DF"/>
      </a:lt2>
      <a:accent1>
        <a:srgbClr val="5CC8D7"/>
      </a:accent1>
      <a:accent2>
        <a:srgbClr val="1B7F8E"/>
      </a:accent2>
      <a:accent3>
        <a:srgbClr val="F2994A"/>
      </a:accent3>
      <a:accent4>
        <a:srgbClr val="14181D"/>
      </a:accent4>
      <a:accent5>
        <a:srgbClr val="9AA4AE"/>
      </a:accent5>
      <a:accent6>
        <a:srgbClr val="4A5158"/>
      </a:accent6>
      <a:hlink>
        <a:srgbClr val="5CC8D7"/>
      </a:hlink>
      <a:folHlink>
        <a:srgbClr val="9AA4AE"/>
      </a:folHlink>
    </a:clrScheme>
    <a:fontScheme name="zshrs ta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zshrs for users</dc:title>
  <dc:subject>PptxGenJS Presentation</dc:subject>
  <dc:creator>PptxGenJS</dc:creator>
  <cp:lastModifiedBy>PptxGenJS</cp:lastModifiedBy>
  <cp:revision>1</cp:revision>
  <dcterms:created xsi:type="dcterms:W3CDTF">2026-10-09T22:42:07Z</dcterms:created>
  <dcterms:modified xsi:type="dcterms:W3CDTF">2026-10-09T22:42:07Z</dcterms:modified>
</cp:coreProperties>
</file>