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</p:sldIdLst>
  <p:notesMasterIdLst>
    <p:notesMasterId r:id="rId5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rientation" id="{179d74c4-8874-f564-61d0-8ee83bad5228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Porting rules" id="{f3c73ab2-1e5f-5c68-5e99-5ed34fe6803c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State model" id="{fb46830c-3e39-c0b3-ad62-3f2143a7c0a3}">
          <p14:sldIdLst>
            <p14:sldId id="270"/>
            <p14:sldId id="271"/>
            <p14:sldId id="272"/>
            <p14:sldId id="273"/>
            <p14:sldId id="274"/>
          </p14:sldIdLst>
        </p14:section>
        <p14:section name="Execution" id="{9efc60e0-72de-d0e5-4877-200973d1f651}">
          <p14:sldIdLst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aches and daemon" id="{b1e26164-894c-a60a-e9d5-be6812e460ec}">
          <p14:sldIdLst>
            <p14:sldId id="282"/>
            <p14:sldId id="283"/>
            <p14:sldId id="284"/>
            <p14:sldId id="285"/>
            <p14:sldId id="286"/>
            <p14:sldId id="287"/>
          </p14:sldIdLst>
        </p14:section>
        <p14:section name="Extensibility" id="{92ad0c37-bd14-ef4e-6c85-130c26f51e99}">
          <p14:sldIdLst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</p14:sldIdLst>
        </p14:section>
        <p14:section name="Testing" id="{ad042df1-be85-1cc0-a713-5be629c62da7}">
          <p14:sldIdLst>
            <p14:sldId id="296"/>
            <p14:sldId id="297"/>
            <p14:sldId id="298"/>
            <p14:sldId id="299"/>
            <p14:sldId id="300"/>
            <p14:sldId id="301"/>
          </p14:sldIdLst>
        </p14:section>
        <p14:section name="Debugging" id="{c72b3b16-8398-25c4-ef27-fd8b6a7e81e9}">
          <p14:sldIdLst>
            <p14:sldId id="302"/>
            <p14:sldId id="303"/>
            <p14:sldId id="304"/>
            <p14:sldId id="305"/>
            <p14:sldId id="306"/>
          </p14:sldIdLst>
        </p14:section>
        <p14:section name="Contributing" id="{3edba563-0df5-1ef7-f7ce-1ddf0cd86f38}">
          <p14:sldIdLst>
            <p14:sldId id="307"/>
            <p14:sldId id="308"/>
            <p14:sldId id="309"/>
            <p14:sldId id="31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notesMaster" Target="notesMasters/notesMaster1.xml"/><Relationship Id="rId58" Type="http://schemas.openxmlformats.org/officeDocument/2006/relationships/presProps" Target="presProps.xml"/><Relationship Id="rId59" Type="http://schemas.openxmlformats.org/officeDocument/2006/relationships/viewProps" Target="viewProps.xml"/><Relationship Id="rId60" Type="http://schemas.openxmlformats.org/officeDocument/2006/relationships/theme" Target="theme/theme1.xml"/><Relationship Id="rId6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Audience: contributors. Everything here is traceable to docs/PORT.md, docs/PORT_PLAN.md, docs/PARITY.md, docs/INVENTIONS.md, docs/PLUGINS.md, docs/DAEMON.md and the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1:1 Rust port of zsh's C source, plus extensions zsh C does not have, running on a bytecode VM with a JIT. Parity with upstream is the floor. The C source is the spec.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Nine parts, from orientation to where to start.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Directory names are from the working tree. File counts in the README are 106 under src/ported and 116 under src/extensions at the time it was written.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crates. zshrs-runtime is a 16-line crate whose only job is to emit libzsh.a for AOT linking without making cargo install zshrs build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lean build is pure shell with no stryke dependency. The dist profile is fat LTO with one codegen unit; release artifacts and Homebrew bottles use it and it needs about 8 GB of free RAM. Parity tests need the daemon binary built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 0 overrides every other rule. Before adding a fn, struct, enum, type or static under src/ported whose name is not in upstream zsh C, stop and ask the maintainer. Silence or a question is not permission.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Applies to every declaration in src/ported. If grep finds nothing, the name is invented: delete or rename.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params, same names, same order. No threading state through extra params, no splitting or merging functions. C names are canonical: nam, not name; argv, not args; ops, not opts.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declaration lives in the Rust file that mirrors its C definition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true port is a line-by-line translation. Each ported line carries a c:NNN citation to the C line, and C comments are copied alongside.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deliberate, justified Rust-only helper carries a WARNING block naming the C file, the C location of the equivalent logic and a concrete justification. Vague justifications are rejected on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of these was a bot inventing a helper without asking. All were deleted in the 2026-05 cleanup. Total cost: 30+ fns deleted, 700+ lines of dead glue, weeks of audit.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Contributors and code-generation tools both invent helpers and files. Review does not scale; a test does.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C state slot falls in one of three buckets. Classify it before writing the holder.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Mechanical. If you cannot decide between bucket 1 and 2, ask whether two worker threads each bumping this counter would give a wrong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zsh C a file-static is per process. In zshrs each worker thread is its own evaluator, so per-thread is the same semantic, not a deviation. Code stays 1:1: unary = 1 becomes M_UNARY.set(true).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what past ports got wrong and had to dissolve.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Progress summary dated 2026-05-28 in PORT_PLAN.md. Phase 6 is the ShellExecutor field dissolution.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command compiles to fusevm bytecode through a faithful port of zsh's lexer and parser. ZshCompiler is original code, about 10.6k lines.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script file is compiled once and persisted as an rkyv shard. Later runs go index to mmap shard to deserialize to run, with no lex, parse or compile.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 call of an autoloaded function in a process compiles its definition file and writes the chunk through. Later processes skip lex, parse and compile. Entries are stamped so an edited function recompiles.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_git is 424 KB of shell, the largest completer in common use. Numbers are from the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Hot blocks go through a tiered Cranelift JIT to x86-64 and aarch64. Native code persists across launches in a .fjit cache keyed by op hash and slot kinds. --tiers explains why a chunk stayed interpreted.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pmap, pgrep, peach, barrier, async and await are VM-dispatched builtins with fusevm dispatch IDs 210 to 215. The body compiles once and runs on pooled VMs, with the {} placeholder substituted as ${=__zshrs_p_arg__} to match SH_WORD_SPLIT.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Operations zsh forks for run in-process. Command substitution captures stdout with dup2, process substitution uses a worker pool thread and a FIFO, and 48 coreutils are builtins.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Compiled bytecode and plugin payloads are rkyv under ~/.zshrs/images. SQLite is read-only mirrors.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invariants recorded when the architecture was locked. Treat as the contract the implementation is checked against.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Clients mmap daemon outputs for reads with no IPC per lookup and signal the daemon over a Unix socket for control operations.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zd daemon start is idempotent and waits for the socket. stop returns once the socket is gone. status prints JSON and exits 1 when not running.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separate binary sources your real login chain with AOP interception on every state-mutating dispatcher, recording kind, name, value, file, line and call chain. What it can prove is a pure function of the dotfiles folds into the canonical shard; the rest replays.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Third-party shells can record into zshrs. The document defines the wire contract; a minimal fish recorder is the worked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plugin is a cdylib the shell dlopens through a stable, versioned C ABI. Host and plugin both depend on the znative crate, so both agree on the #[repr(C)] layout, and ABI_VERSION gates loading.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Callbacks a handler can make through Host. The v3 and v4 rows were added by ABI 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fusevm compiles names it does not recognise into external execution. A plugin command arrives at execute_external_bg, which consults plugin_host::dispatch before spawning a process.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addfunction then getfunction round-trips a body through the shell's own parser and pretty-printer, so a plugin can normalise arbitrary source. history-formatting plugins such as zsh-hist use exactly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Rust ports of the fish engines: syntax_highlight.rs, autosuggest.rs, history_search.rs, autopair.rs. Per-keystroke passes have an 8 ms wall-clock budget. They are refused when RCS is unset.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21k lines of Rust at the time of this deck. Files in src/extensions/p10k.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zshrs --lsp, from the README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v1 behaviour from the README. Deeper integration is scaffolded via dap::install_hooks.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46,724 parity tests, 5 failing on the 2026-08-21 serial sweep. The harness spawns real zsh and zshrs and compares whole-shell state.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serial failure count. These tests spawn real processes and are load sensitive: parallel runs reported 22 and 33 failures where the same tests passed with --test-threads=1.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Causes already found in this suite.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traced to C. The first two share one root cause: cargo test spawns shells with SIGQUIT already ignored.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Grammar-driven, seed-replayable snippets per mode run through both shells. Divergences are re-confirmed three times so load flakes cannot register.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drop-in is verified against its real reference binary, not against zsh's approximation. The startup-file matrix is re-checked by a parity and fuzz harness on every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flag prints the shell's own view of a script or of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ZSHRS_STARTUP_TRACE=1 prints each startup phase with milliseconds since process start, ending at FIRST PROMPT PAINTED. One OnceLock read per mark, so ordinary launches stay silent.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Records an origin and every op that touched a value, stamped with file, line, enclosing function and wall clock. One relaxed atomic load when disarmed. Arm per name with provenance -m, or everything with track_all.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intercept fires for literals and dynamic invocations alike. Use it for timing and tracing without editing the code under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Shipped as builtins.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parity items remain. The RC_QUOTES alias case needs a decision on target behaviour because zsh's own result depends on input-buffer position.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Where to look first, by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Pick the smallest thing that is verifiable against C or against real zsh. Governance and the contribution flow are in MAINTAINERS.md.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wizard-RustroverProjects-zshrs/2555d359-9a79-4736-9207-869cc21577b1/scratchpad/logo/logo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84280" y="411480"/>
            <a:ext cx="502920" cy="5029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wizard-RustroverProjects-zshrs/2555d359-9a79-4736-9207-869cc21577b1/scratchpad/logo/logo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84280" y="411480"/>
            <a:ext cx="502920" cy="5029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private/tmp/claude-501/-Users-wizard-RustroverProjects-zshrs/2555d359-9a79-4736-9207-869cc21577b1/scratchpad/logo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822960"/>
            <a:ext cx="5486400" cy="164592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2926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for developers</a:t>
            </a:r>
            <a:endParaRPr lang="en-US" sz="22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34747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port is built, tested and extended</a:t>
            </a:r>
            <a:endParaRPr lang="en-US" sz="4400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5120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accent5"/>
                </a:solidFill>
              </a:rPr>
              <a:t>Read docs/PORT.md before writing code.</a:t>
            </a:r>
            <a:endParaRPr lang="en-US" sz="2600" dirty="0"/>
          </a:p>
        </p:txBody>
      </p:sp>
      <p:sp>
        <p:nvSpPr>
          <p:cNvPr id="7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What the project is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overview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src/ported mirrors zsh's Src/ tree. Every fn maps to a C fn.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349758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77190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Extensions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377190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src/extensions holds features zsh C lacks.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17220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4652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Runtime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fusevm bytecode VM with a tiered Cranelift JIT.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84682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2114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912114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Parity suites and a differential fuzzer against real zsh.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What this deck covers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agenda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554480"/>
          <a:ext cx="10515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77724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2"/>
                          </a:solidFill>
                        </a:rPr>
                        <a:t>Part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2"/>
                          </a:solidFill>
                        </a:rPr>
                        <a:t>Contents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Orientation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Repo, crates, build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Porting rules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Naming, signatures, layout, citations, markers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State model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The three buckets and anti-patterns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Execution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Lex, parse, compile, VM, JIT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Caches and daemon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rkyv images, daemon invariants, recorder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Extensibility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Plugin ABI, ZLE and prompt engines, LSP and DAP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Testing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Parity suites, fuzzing, failure triage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Debugging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Dump flags, tiers, provenance, intercept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Contributing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Open items, docs map, where to start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Repo map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layout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554480"/>
          <a:ext cx="105156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6858000"/>
              </a:tblGrid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1"/>
                          </a:solidFill>
                        </a:rPr>
                        <a:t>Path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1"/>
                          </a:solidFill>
                        </a:rPr>
                        <a:t>Role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src/ported/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1:1 port of zsh C, mirrors Src/ layout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src/compsys/ported/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Completion/ engine ports; completers verbatim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src/extensions/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Features zsh C does not have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src/recorder/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Feature-gated config recorder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daemon/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zshrs-daemon crate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znative/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Published plugin-ABI SDK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bins/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zd, zshrs-recorder, parity-fuzz, bench-autoload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tests/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Parity, invariant and integration tests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The workspace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crates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zshrs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Runtime and shell binary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349758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77190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zshrs-daemon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377190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Singleton owning shared state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17220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4652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znative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Published plugin-ABI SDK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84682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2114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zshrs-runtime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912114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Emits libzsh.a for AOT linking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Build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build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554480"/>
            <a:ext cx="10515600" cy="3154680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43000" y="1755648"/>
            <a:ext cx="9875520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local development</a:t>
            </a:r>
            <a:endParaRPr lang="en-US" sz="2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cargo build</a:t>
            </a:r>
            <a:endParaRPr lang="en-US" sz="2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release artifacts</a:t>
            </a:r>
            <a:endParaRPr lang="en-US" sz="2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cargo build --profile dist</a:t>
            </a:r>
            <a:endParaRPr lang="en-US" sz="2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parity tests need this first</a:t>
            </a:r>
            <a:endParaRPr lang="en-US" sz="2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cargo build -p zshrs-daemon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Rule 0: ask before inventing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docs/PORT.md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Stop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Do not write the helper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349758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77190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377190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Name the item and the one-sentence reason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17220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4652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Wait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Only an explicit yes counts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84682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2114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Record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912114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Approved names go in tests/data/fake_fn_allowlist.txt with the approval in the commit message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Rule A: names must exist in C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docs/PORT.md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554480"/>
          <a:ext cx="10515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64008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Rust declaration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Must exist in C as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fn name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name( function definition; check docs/zsh_c_functions.txt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struct, enum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struct, union, enum or typedef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static, thread_local static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file-scope static or extern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type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typedef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Rule B: signatures identical to C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docs/PORT.md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Names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nam, argv, ops, lim, func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349758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77190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Unused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377190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Keep as _func: i32; call sites bind by position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17220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4652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Types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char * is &amp;str, char ** is &amp;[String], int is i32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84682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2114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Structs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912114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struct foo * is &amp;foo or &amp;mut foo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Rule C: file layout mirrors C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docs/PORT.md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554480"/>
          <a:ext cx="1051560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59436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C definition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Rust port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Src/foo.c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src/ported/foo.rs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Src/Zle/foo.c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src/ported/zle/foo.rs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Src/Modules/foo.c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src/ported/modules/foo.rs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Src/zsh.h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src/ported/zsh_h.rs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Src/Zle/zle.h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src/ported/zle/zle_h.rs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Completion/Base/Core/_NAME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compsys/ported/Base/Core/_NAME.rs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Every line carries a citation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docs/PORT.md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554480"/>
            <a:ext cx="10515600" cy="2240280"/>
          </a:xfrm>
          <a:prstGeom prst="roundRect">
            <a:avLst>
              <a:gd name="adj" fmla="val 4898"/>
            </a:avLst>
          </a:prstGeom>
          <a:solidFill>
            <a:schemeClr val="accent4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43000" y="1755648"/>
            <a:ext cx="9875520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hard = OPT_ISSET(ops, b'h');            // c:526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8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OPT_ISSET(ops, b's') &amp;&amp; argv.is_empty() {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8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setlimits("");               // c:527-528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8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4069080"/>
            <a:ext cx="105156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accent4"/>
                </a:solidFill>
              </a:rPr>
              <a:t>Called functions keep their C names: zstrtol, OPT_ISSET, zwarnnam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accent4"/>
                </a:solidFill>
              </a:rPr>
              <a:t>build.rs rejects fn names with no C counterpart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Rust-only helpers need a marker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docs/PORT_PLAN.md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554480"/>
            <a:ext cx="10515600" cy="2093976"/>
          </a:xfrm>
          <a:prstGeom prst="roundRect">
            <a:avLst>
              <a:gd name="adj" fmla="val 5240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43000" y="1755648"/>
            <a:ext cx="98755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WARNING: NOT IN &lt;FILE&gt;.C - Rust-only helper. &lt;one-line reason&gt;.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 does X inside `&lt;c_fn&gt;()` (&lt;file&gt;.c:&lt;NNNN&gt;) - Rust factors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it out because &lt;concrete-justification&gt;.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pub(crate) fn &lt;name&gt;(...) -&gt; ... { ... }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Past damage from unapproved helpers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docs/PORT.md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Fake collectors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process_heredocs, read_line replaced by the real gethere() port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349758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77190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Fake accessors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377190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8 heredocs_* thread_local accessors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17220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4652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Counters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check_limit, check_recursion and their depth statics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84682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2114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Aggregates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912114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14 *Table and *State structs in parameter.rs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Enforced by tests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tests</a:t>
            </a:r>
            <a:endParaRPr lang="en-US" sz="1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554480"/>
          <a:ext cx="10515600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54864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Test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Enforces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tests/port_purity.rs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Port dir mirrors Src/, cites C, no new files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tests/ported_fn_names_match_c.rs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fn names exist in C or the allowlist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tests/tree_walker_absent.rs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The old interpreter stays gone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tests/no_tree_walker_dispatch.rs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174 behavioural pins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The three buckets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docs/PORT_PLAN.md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645920"/>
            <a:ext cx="3383280" cy="3730752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0" y="18745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Bucket 1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2468880"/>
            <a:ext cx="2834640" cy="272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accent4"/>
                </a:solidFill>
              </a:rPr>
              <a:t>File-static scratch for one evaluator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accent4"/>
                </a:solidFill>
              </a:rPr>
              <a:t>math.c unary, noeval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accent4"/>
                </a:solidFill>
              </a:rPr>
              <a:t>lex cursor, glob compile state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accent4"/>
                </a:solidFill>
              </a:rPr>
              <a:t>Rust: thread_local!, Cell or RefCell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389120" y="1645920"/>
            <a:ext cx="3383280" cy="3730752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663440" y="18745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Bucket 2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4663440" y="2468880"/>
            <a:ext cx="2834640" cy="272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accent4"/>
                </a:solidFill>
              </a:rPr>
              <a:t>Shell-wide globals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accent4"/>
                </a:solidFill>
              </a:rPr>
              <a:t>paramtab and friends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accent4"/>
                </a:solidFill>
              </a:rPr>
              <a:t>Rust: Arc with a lock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7955280" y="1645920"/>
            <a:ext cx="3383280" cy="3730752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0" y="18745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Bucket 3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0" y="2468880"/>
            <a:ext cx="2834640" cy="272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accent4"/>
                </a:solidFill>
              </a:rPr>
              <a:t>C passes the struct as a parameter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accent4"/>
                </a:solidFill>
              </a:rPr>
              <a:t>parse context, exec state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accent4"/>
                </a:solidFill>
              </a:rPr>
              <a:t>Rust: &amp;mut or &amp; struct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The decision rule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docs/PORT_PLAN.md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554480"/>
            <a:ext cx="105156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bg2"/>
                </a:solidFill>
              </a:rPr>
              <a:t>Is it a function parameter? Bucket 3: a Rust struct.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bg2"/>
                </a:solidFill>
              </a:rPr>
              <a:t>Is it static at file scope or extern, read by other files across what are parallel evaluations in zshrs? Bucket 2: Arc with a lock.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bg2"/>
                </a:solidFill>
              </a:rPr>
              <a:t>Otherwise bucket 1: thread_local!.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bg2"/>
                </a:solidFill>
              </a:rPr>
              <a:t>Wrong if two threads bump it, like job count: bucket 2. Each thread should own it, like lex cursor: bucket 1.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Why thread-local is correct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docs/PORT_PLAN.md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645920"/>
            <a:ext cx="338328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0" y="18745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2468880"/>
            <a:ext cx="2834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One global per process; single-threaded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389120" y="1645920"/>
            <a:ext cx="338328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663440" y="18745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Rust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4663440" y="2468880"/>
            <a:ext cx="2834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One per evaluator thread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7955280" y="1645920"/>
            <a:ext cx="338328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0" y="18745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0" y="2468880"/>
            <a:ext cx="2834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Two $((expr)) never corrupt each other's stack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Anti-patterns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docs/PORT_PLAN.md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645920"/>
            <a:ext cx="3383280" cy="2743200"/>
          </a:xfrm>
          <a:prstGeom prst="roundRect">
            <a:avLst>
              <a:gd name="adj" fmla="val 4000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0" y="18745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Bag of globals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2468880"/>
            <a:ext cx="2834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A *State or *Table struct with no struct in C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389120" y="1645920"/>
            <a:ext cx="3383280" cy="2743200"/>
          </a:xfrm>
          <a:prstGeom prst="roundRect">
            <a:avLst>
              <a:gd name="adj" fmla="val 4000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663440" y="18745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Mutex state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4663440" y="2468880"/>
            <a:ext cx="2834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File-static C state belongs in thread-local storage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7955280" y="1645920"/>
            <a:ext cx="3383280" cy="2743200"/>
          </a:xfrm>
          <a:prstGeom prst="roundRect">
            <a:avLst>
              <a:gd name="adj" fmla="val 4000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0" y="18745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TLS tables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0" y="2468880"/>
            <a:ext cx="2834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Shell-wide C globals are shared, not per-thread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Refactor progress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docs/PORT_PLAN.md</a:t>
            </a:r>
            <a:endParaRPr lang="en-US" sz="1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554480"/>
          <a:ext cx="10515600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1828800"/>
                <a:gridCol w="1828800"/>
                <a:gridCol w="18288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2"/>
                          </a:solidFill>
                        </a:rPr>
                        <a:t>Phase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2"/>
                          </a:solidFill>
                        </a:rPr>
                        <a:t>Total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2"/>
                          </a:solidFill>
                        </a:rPr>
                        <a:t>Done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2"/>
                          </a:solidFill>
                        </a:rPr>
                        <a:t>Remaining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1 Bucket-1 Mutex to TLS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16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16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0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2 Bag-of-globals structs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20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20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0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3 Bucket-2 shared holders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11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11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0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4 Daemon image holders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5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0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5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5 Test invariants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3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3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0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6 ShellExecutor fields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about 57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about 20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about 37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Compilation pipeline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docs/README 0x03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554480"/>
            <a:ext cx="10515600" cy="2697480"/>
          </a:xfrm>
          <a:prstGeom prst="roundRect">
            <a:avLst>
              <a:gd name="adj" fmla="val 4068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43000" y="1755648"/>
            <a:ext cx="9875520" cy="2295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lex::zshlex  (Src/lex.c)</a:t>
            </a:r>
            <a:endParaRPr lang="en-US" sz="2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-&gt; parse::parse  (Src/parse.c)</a:t>
            </a:r>
            <a:endParaRPr lang="en-US" sz="2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-&gt; ZshCompiler  (original, ~10.6k LOC)</a:t>
            </a:r>
            <a:endParaRPr lang="en-US" sz="2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-&gt; fusevm::Op</a:t>
            </a:r>
            <a:endParaRPr lang="en-US" sz="2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-&gt; VM::run()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Cached script path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docs/README 0x03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554480"/>
            <a:ext cx="10515600" cy="1417320"/>
          </a:xfrm>
          <a:prstGeom prst="roundRect">
            <a:avLst>
              <a:gd name="adj" fmla="val 7742"/>
            </a:avLst>
          </a:prstGeom>
          <a:solidFill>
            <a:schemeClr val="accent4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43000" y="1755648"/>
            <a:ext cx="987552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first:   zshlex -&gt; parse -&gt; ZshCompiler -&gt; VM::run() -&gt; persist rkyv shard</a:t>
            </a:r>
            <a:endParaRPr lang="en-US" sz="1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7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cached:  index.rkyv + mmap shard -&gt; deserialize Chunk -&gt; VM::run()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246120"/>
            <a:ext cx="1051560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accent4"/>
                </a:solidFill>
              </a:rPr>
              <a:t>scripts.rkyv: one chunk per script, keyed by path and mtime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Autoload write-through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docs/README 0x03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Resolved fpath dir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349758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77190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Stamp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377190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SHA-256 of the definition text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17220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4652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Identity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The compiling binary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84682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2114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Bypass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912114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ksh_autoload bodies; autoload without -U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Measured on _git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docs/README 0x03</a:t>
            </a:r>
            <a:endParaRPr lang="en-US" sz="1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554480"/>
          <a:ext cx="1051560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41148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chemeClr val="accent2"/>
                          </a:solidFill>
                        </a:rPr>
                        <a:t>Measurement</a:t>
                      </a:r>
                      <a:endParaRPr lang="en-US" sz="2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chemeClr val="accent2"/>
                          </a:solidFill>
                        </a:rPr>
                        <a:t>Value</a:t>
                      </a:r>
                      <a:endParaRPr lang="en-US" sz="2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chemeClr val="accent4"/>
                          </a:solidFill>
                        </a:rPr>
                        <a:t>First git TAB in a process, cold</a:t>
                      </a:r>
                      <a:endParaRPr lang="en-US" sz="2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chemeClr val="accent4"/>
                          </a:solidFill>
                        </a:rPr>
                        <a:t>1.06 s</a:t>
                      </a:r>
                      <a:endParaRPr lang="en-US" sz="2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chemeClr val="accent4"/>
                          </a:solidFill>
                        </a:rPr>
                        <a:t>First git TAB, chunk cached</a:t>
                      </a:r>
                      <a:endParaRPr lang="en-US" sz="2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chemeClr val="accent4"/>
                          </a:solidFill>
                        </a:rPr>
                        <a:t>0.56 s</a:t>
                      </a:r>
                      <a:endParaRPr lang="en-US" sz="2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chemeClr val="accent4"/>
                          </a:solidFill>
                        </a:rPr>
                        <a:t>Decode the cached 4.6 MB chunk</a:t>
                      </a:r>
                      <a:endParaRPr lang="en-US" sz="2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chemeClr val="accent4"/>
                          </a:solidFill>
                        </a:rPr>
                        <a:t>229 us</a:t>
                      </a:r>
                      <a:endParaRPr lang="en-US" sz="2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chemeClr val="accent4"/>
                          </a:solidFill>
                        </a:rPr>
                        <a:t>Parse and compile the file</a:t>
                      </a:r>
                      <a:endParaRPr lang="en-US" sz="2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chemeClr val="accent4"/>
                          </a:solidFill>
                        </a:rPr>
                        <a:t>318 ms</a:t>
                      </a:r>
                      <a:endParaRPr lang="en-US" sz="2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JIT tiers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docs/INVENTIONS.md 1-4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Features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jit, jit-disk-cache, aot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349758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77190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Cache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377190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{op_hash}.fjit blobs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17220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4652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Slot kinds fold into the key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84682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2114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Diagnosis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912114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zshrs --tiers FILE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Parallel dispatch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docs/INVENTIONS.md 6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IDs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210 to 215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349758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77190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Body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377190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Compiled once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17220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4652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Runs on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Pooled VMs, zero forks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84682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2114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Placeholder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912114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{} to ${=__zshrs_p_arg__}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No-fork mechanics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docs/README 0x02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$(cmd)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In-process stdout capture via dup2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349758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77190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&lt;(cmd)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377190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Pool thread plus FIFO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17220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4652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Coreutils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48 in-process builtins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84682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2114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git, fzf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912114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Linked in via zshrs-native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Cache layout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docs/README 0x07</a:t>
            </a:r>
            <a:endParaRPr lang="en-US" sz="12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554480"/>
          <a:ext cx="1051560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59436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2"/>
                          </a:solidFill>
                        </a:rPr>
                        <a:t>Path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2"/>
                          </a:solidFill>
                        </a:rPr>
                        <a:t>Purpose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index.rkyv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fq_name to shard id, generation, byte offset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images/{hash8}-*.rkyv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Mmap-ready shards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autoloads.rkyv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One program per autoloaded function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scripts.rkyv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One chunk per script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deparse.rkyv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Deparsed function bodies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catalog.db, history.db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Read-only SQLite mirrors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Daemon invariants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docs/GAPS.md daemon notes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 of truth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Source files; image miss or corruption falls through to source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349758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77190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Single writer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377190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Daemon owns every cache mutation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17220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4652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Thin clients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No cache threads, polling, timers or SQLite handles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84682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2114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Ordering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912114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Atomic shard rename first, then index rewrite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Data plane and control plane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docs/GAPS.md daemon notes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plane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mmap rkyv tables, no IPC per lookup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349758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77190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 plane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377190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JSON over a Unix socket: rebuild, fpath changes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17220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4652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 watchers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A hundred shells would mean a hundred watchers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84682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2114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Generation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912114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Drives client re-mmap on stale handles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Daemon commands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zd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554480"/>
            <a:ext cx="10515600" cy="2697480"/>
          </a:xfrm>
          <a:prstGeom prst="roundRect">
            <a:avLst>
              <a:gd name="adj" fmla="val 4068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43000" y="1755648"/>
            <a:ext cx="9875520" cy="2295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zd daemon status</a:t>
            </a:r>
            <a:endParaRPr lang="en-US" sz="2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zd daemon start</a:t>
            </a:r>
            <a:endParaRPr lang="en-US" sz="2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zd daemon stop</a:t>
            </a:r>
            <a:endParaRPr lang="en-US" sz="2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zd daemon restart</a:t>
            </a:r>
            <a:endParaRPr lang="en-US" sz="2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zd prewarm [DIR ...]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4526280"/>
            <a:ext cx="10515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bg2"/>
                </a:solidFill>
              </a:rPr>
              <a:t>Cache and client builtins use a z prefix to avoid clashing with upstream zsh z* names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Recorder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docs/INVENTIONS.md 7-8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645920"/>
            <a:ext cx="338328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0" y="18745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Intercepts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2468880"/>
            <a:ext cx="2834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alias, function, export, fpath, zstyle, bindkey, compdef, setopt, trap, source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389120" y="1645920"/>
            <a:ext cx="338328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663440" y="18745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Output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4663440" y="2468880"/>
            <a:ext cx="2834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Canonical shard, replay/ fragments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7955280" y="1645920"/>
            <a:ext cx="338328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0" y="18745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Payoff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0" y="2468880"/>
            <a:ext cx="2834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zwhere names file and line behind an alias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Recorder protocol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docs/RECORDER_PROTOCOL.md</a:t>
            </a:r>
            <a:endParaRPr lang="en-US" sz="12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554480"/>
          <a:ext cx="10515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64008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1"/>
                          </a:solidFill>
                        </a:rPr>
                        <a:t>Section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1"/>
                          </a:solidFill>
                        </a:rPr>
                        <a:t>Defines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Endpoints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Where bundles are posted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Bundle wire format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recorder_ingest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Event wire format and kinds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What each event carries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fn_chain encoding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Call chain representation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Sensitive content, batching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What not to send, how to batch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SSE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/stream/definitions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Plugin ABI architecture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docs/PLUGINS.md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554480"/>
            <a:ext cx="10515600" cy="1783080"/>
          </a:xfrm>
          <a:prstGeom prst="roundRect">
            <a:avLst>
              <a:gd name="adj" fmla="val 6154"/>
            </a:avLst>
          </a:prstGeom>
          <a:solidFill>
            <a:schemeClr val="accent4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43000" y="1755648"/>
            <a:ext cx="987552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zmodload -R libfoo   --dlopen--&gt;  znative_init(host)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host.register_builtin("foo", handler)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plugin_host::dispatch("foo") ---call---&gt;  handler(host, argc, argv)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611880"/>
            <a:ext cx="105156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accent4"/>
                </a:solidFill>
              </a:rPr>
              <a:t>Loader: src/extensions/plugin_host.rs, via libloading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accent4"/>
                </a:solidFill>
              </a:rPr>
              <a:t>Mismatched ABI_VERSION is refused, never loaded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Host API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docs/PLUGINS.md</a:t>
            </a:r>
            <a:endParaRPr lang="en-US" sz="12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554480"/>
          <a:ext cx="1051560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59436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1"/>
                          </a:solidFill>
                        </a:rPr>
                        <a:t>Method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1"/>
                          </a:solidFill>
                        </a:rPr>
                        <a:t>Purpose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print, eval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Write to stdout; run shell code, get status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getvar, setvar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Scalar parameters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getfunction, addfunction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Function bodies (ABI v3)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register_builtin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Register a command handler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add_match, install_completion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Native completions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register_compfn, comp_dispatch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Override or call compsys _fn (ABI v4)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Command resolution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docs/PLUGINS.md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Real builtins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349758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77190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377190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Shell functions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17220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4652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Plugin commands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84682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2114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912114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PATH lookup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Deparse as a service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docs/PLUGINS.md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645920"/>
            <a:ext cx="3383280" cy="2743200"/>
          </a:xfrm>
          <a:prstGeom prst="roundRect">
            <a:avLst>
              <a:gd name="adj" fmla="val 4000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0" y="18745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Define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2468880"/>
            <a:ext cx="2834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host.addfunction(name, body)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389120" y="1645920"/>
            <a:ext cx="3383280" cy="2743200"/>
          </a:xfrm>
          <a:prstGeom prst="roundRect">
            <a:avLst>
              <a:gd name="adj" fmla="val 4000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663440" y="18745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back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4663440" y="2468880"/>
            <a:ext cx="2834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host.getfunction(name)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7955280" y="1645920"/>
            <a:ext cx="3383280" cy="2743200"/>
          </a:xfrm>
          <a:prstGeom prst="roundRect">
            <a:avLst>
              <a:gd name="adj" fmla="val 4000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0" y="18745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0" y="2468880"/>
            <a:ext cx="2834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One statement per line, tab-indented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Line editor engines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src/extensions</a:t>
            </a:r>
            <a:endParaRPr lang="en-US" sz="12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554480"/>
          <a:ext cx="10515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77724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2"/>
                          </a:solidFill>
                        </a:rPr>
                        <a:t>Aspect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2"/>
                          </a:solidFill>
                        </a:rPr>
                        <a:t>Detail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Palette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fast-syntax-highlighting classification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Config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ZSH_HIGHLIGHT_STYLES, ZSH_AUTOSUGGEST_*, HISTORY_SUBSTRING_SEARCH_*, AUTOPAIR_*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Budget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ZSHRS_ZLE_HIGHLIGHT_BUDGET_MS, ZSHRS_ZLE_AUTOSUGGEST_BUDGET_MS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Kill switch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ZSHRS_NATIVE_ZLE_FX=0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Prompt engine layout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src/extensions/p10k</a:t>
            </a:r>
            <a:endParaRPr lang="en-US" sz="12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554480"/>
          <a:ext cx="10515600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54864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1"/>
                          </a:solidFill>
                        </a:rPr>
                        <a:t>File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1"/>
                          </a:solidFill>
                        </a:rPr>
                        <a:t>Role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config.rs, api.rs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Config load and public entry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render.rs, transient.rs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Rendering and transient prompt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segments_core, env, extra, powerline, sys, zshrs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Segment builders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git.rs, vcs_hooks.rs, vcs_other.rs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Native .git reader and VCS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icons.rs, expansion.rs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Glyphs and prompt expansion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LSP capabilities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README LSP table</a:t>
            </a:r>
            <a:endParaRPr lang="en-US" sz="12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554480"/>
          <a:ext cx="10515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64008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2"/>
                          </a:solidFill>
                        </a:rPr>
                        <a:t>Capability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2"/>
                          </a:solidFill>
                        </a:rPr>
                        <a:t>Notes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completion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Builtins, keywords, options plus live compsys matches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hover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Cards for builtins, keywords, options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definition, references, rename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Function names in the open document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documentSymbol, folding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functions, aliases, blocks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semanticTokens, formatting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Same engine as --fmt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publishDiagnostics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Brace and block matching, unclosed strings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DAP capabilities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README DAP table</a:t>
            </a:r>
            <a:endParaRPr lang="en-US" sz="12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554480"/>
          <a:ext cx="10515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64008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1"/>
                          </a:solidFill>
                        </a:rPr>
                        <a:t>Request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1"/>
                          </a:solidFill>
                        </a:rPr>
                        <a:t>Behaviour (v1)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launch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Spawn zshrs program args as a child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setBreakpoints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Stored per file, acked verified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threads, stackTrace, scopes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Single thread, one synthetic frame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evaluate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Runs zshrs -c expr in the cwd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continue, next, stepIn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Acked, no per-statement pause in v1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Test layers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docs/PARITY.md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645920"/>
            <a:ext cx="3383280" cy="3163824"/>
          </a:xfrm>
          <a:prstGeom prst="roundRect">
            <a:avLst>
              <a:gd name="adj" fmla="val 3468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0" y="18745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Parity suites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2468880"/>
            <a:ext cx="2834640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accent4"/>
                </a:solidFill>
              </a:rPr>
              <a:t>cargo test --test '*parity*'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accent4"/>
                </a:solidFill>
              </a:rPr>
              <a:t>--test-threads=1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accent4"/>
                </a:solidFill>
              </a:rPr>
              <a:t>daemon built first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389120" y="1645920"/>
            <a:ext cx="3383280" cy="3163824"/>
          </a:xfrm>
          <a:prstGeom prst="roundRect">
            <a:avLst>
              <a:gd name="adj" fmla="val 3468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663440" y="18745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Differential fuzz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4663440" y="2468880"/>
            <a:ext cx="2834640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accent4"/>
                </a:solidFill>
              </a:rPr>
              <a:t>bins/parity-fuzz.rs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accent4"/>
                </a:solidFill>
              </a:rPr>
              <a:t>22,200 cases, 74 modes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7955280" y="1645920"/>
            <a:ext cx="3383280" cy="3163824"/>
          </a:xfrm>
          <a:prstGeom prst="roundRect">
            <a:avLst>
              <a:gd name="adj" fmla="val 3468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0" y="18745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Invariants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0" y="2468880"/>
            <a:ext cx="2834640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accent4"/>
                </a:solidFill>
              </a:rPr>
              <a:t>port_purity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accent4"/>
                </a:solidFill>
              </a:rPr>
              <a:t>tree_walker_absent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accent4"/>
                </a:solidFill>
              </a:rPr>
              <a:t>fn name allowlist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Running the parity suite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docs/PARITY.md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554480"/>
            <a:ext cx="10515600" cy="1417320"/>
          </a:xfrm>
          <a:prstGeom prst="roundRect">
            <a:avLst>
              <a:gd name="adj" fmla="val 7742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43000" y="1755648"/>
            <a:ext cx="987552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cargo build -p zshrs-daemon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8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cargo test --test '*parity*' --no-fail-fast -- --test-threads=1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Reading a failure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docs/PARITY.md</a:t>
            </a:r>
            <a:endParaRPr lang="en-US" sz="12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554480"/>
          <a:ext cx="10515600" cy="914400"/>
        </p:xfrm>
        <a:graphic>
          <a:graphicData uri="http://schemas.openxmlformats.org/drawingml/2006/table">
            <a:tbl>
              <a:tblPr/>
              <a:tblGrid>
                <a:gridCol w="4389120"/>
                <a:gridCol w="61264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2"/>
                          </a:solidFill>
                        </a:rPr>
                        <a:t>Symptom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2"/>
                          </a:solidFill>
                        </a:rPr>
                        <a:t>Cause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Failures only in the suite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SIGQUIT inherited as ignored under cargo test, like nohup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Daemon RPC tests fail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zshrs-daemon not built first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More failures in parallel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Load-sensitive process-spawning tests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NUL in a Rust String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C stores NUL metafied; structural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Closed since 2026-08-20 (24 to 5)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docs/PARITY.md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init.c:1444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Lines 1444-1445. Inherited SIGQUIT SIG_IGN never recorded as an ignored trap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349758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77190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init.c:1451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377190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Lines 1451-1452. Inherited SIGHUP SIG_IGN never cleared the HUP option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17220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4652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loop.c:613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Also 672 and 705. case reset $? before the branch body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84682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2114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zle_thingy.c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912114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Lines 517-536. zle -C widgets listed as -N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Differential fuzzing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docs/INVENTIONS.md 25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Cases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22,200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349758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77190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Modes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377190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74, 71 at zero divergences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17220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4652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Divergences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27, which is 0.12%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84682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2114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912114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bins/parity-fuzz.rs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Emulation is verified per shell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README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--bash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GNU bash 5.3.15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349758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77190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--ksh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377190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ksh93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17220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4652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--sh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/bin/sh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84682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2114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--zsh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912114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zsh 5.9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Dump flags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README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554480"/>
            <a:ext cx="10515600" cy="3154680"/>
          </a:xfrm>
          <a:prstGeom prst="roundRect">
            <a:avLst>
              <a:gd name="adj" fmla="val 3478"/>
            </a:avLst>
          </a:prstGeom>
          <a:solidFill>
            <a:schemeClr val="accent4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43000" y="1755648"/>
            <a:ext cx="9875520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--dump-tokens FILE</a:t>
            </a:r>
            <a:endParaRPr lang="en-US" sz="2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--dump-wordcode FILE</a:t>
            </a:r>
            <a:endParaRPr lang="en-US" sz="2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--dump-ast FILE</a:t>
            </a:r>
            <a:endParaRPr lang="en-US" sz="2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--disasm FILE</a:t>
            </a:r>
            <a:endParaRPr lang="en-US" sz="2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--dump-reflection</a:t>
            </a:r>
            <a:endParaRPr lang="en-US" sz="2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--tiers FILE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Startup attribution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README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554480"/>
            <a:ext cx="105156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43000" y="1755648"/>
            <a:ext cx="987552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22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ZSHRS_STARTUP_TRACE=1 zshrs -f -i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788920"/>
            <a:ext cx="1051560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bg2"/>
                </a:solidFill>
              </a:rPr>
              <a:t>Drop -f to see what rc files cost on top of the shell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provenance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docs/PROVENANCE.md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554480"/>
            <a:ext cx="10515600" cy="1920240"/>
          </a:xfrm>
          <a:prstGeom prst="roundRect">
            <a:avLst>
              <a:gd name="adj" fmla="val 5714"/>
            </a:avLst>
          </a:prstGeom>
          <a:solidFill>
            <a:schemeClr val="accent4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43000" y="1755648"/>
            <a:ext cx="987552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provenance -m NAME</a:t>
            </a:r>
            <a:endParaRPr lang="en-US" sz="2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provenance NAME</a:t>
            </a:r>
            <a:endParaRPr lang="en-US" sz="2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provenance -f NAME   # force the function reading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749040"/>
            <a:ext cx="10515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accent4"/>
                </a:solidFill>
              </a:rPr>
              <a:t>ZSHRS_PROVENANCE and ZSHRS_PROVENANCE_ALL are the environment controls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intercept as a debugging tool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README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554480"/>
            <a:ext cx="10515600" cy="1417320"/>
          </a:xfrm>
          <a:prstGeom prst="roundRect">
            <a:avLst>
              <a:gd name="adj" fmla="val 7742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43000" y="1755648"/>
            <a:ext cx="987552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intercept after '_*' { echo "$INTERCEPT_NAME took ${INTERCEPT_MS}ms" }</a:t>
            </a:r>
            <a:endParaRPr lang="en-US" sz="1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7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cmd=ls; $cmd -la    # dynamic names route through intercepts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Diagnostics builtins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README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doctor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Pool metrics, cache stats, bytecode coverage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349758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77190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profile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377190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In-process profiling, nanosecond accuracy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17220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4652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dbview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Browse the SQLite mirrors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84682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2114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LSP log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912114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ZSHRS_LSP_LOG dumps requests and responses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Open items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docs/PARITY.md</a:t>
            </a:r>
            <a:endParaRPr lang="en-US" sz="12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554480"/>
          <a:ext cx="1051560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55778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Item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State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nul_quoting_format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Structural: C metafies NUL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zmodload -R complete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By design: loads native plugins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RC_QUOTES alias bodies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Target behaviour undecided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bulk_vw_fc_row_015, times_builtin_summary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Load artifacts, pass serially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Docs map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</a:t>
            </a:r>
            <a:endParaRPr lang="en-US" sz="12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554480"/>
          <a:ext cx="1051560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55778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2"/>
                          </a:solidFill>
                        </a:rPr>
                        <a:t>Question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2"/>
                          </a:solidFill>
                        </a:rPr>
                        <a:t>Document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What are the porting rules?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docs/PORT.md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Where does this C global go?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docs/PORT_PLAN.md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What is the parity status?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docs/PARITY.md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What is novel here?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docs/INVENTIONS.md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How do plugins work?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docs/PLUGINS.md, docs/ZNATIVE.md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How does the daemon work?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docs/DAEMON.md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What is the recorder wire format?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docs/RECORDER_PROTOCOL.md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Where to start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contributing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554480"/>
            <a:ext cx="105156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bg2"/>
                </a:solidFill>
              </a:rPr>
              <a:t>Re-run the parity suites serially and report any divergence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bg2"/>
                </a:solidFill>
              </a:rPr>
              <a:t>Pick an open parity item and trace it to a C line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bg2"/>
                </a:solidFill>
              </a:rPr>
              <a:t>Port a missing C function with its citation, after reading PORT.md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bg2"/>
                </a:solidFill>
              </a:rPr>
              <a:t>Review plugin loading and the daemon socket for security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bg2"/>
                </a:solidFill>
              </a:rPr>
              <a:t>Open an issue with a repro that runs in both shells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private/tmp/claude-501/-Users-wizard-RustroverProjects-zshrs/2555d359-9a79-4736-9207-869cc21577b1/scratchpad/logo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097280"/>
            <a:ext cx="5486400" cy="164592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320040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</a:t>
            </a:r>
            <a:endParaRPr lang="en-US" sz="60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47548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github.com/MenkeTechnologies/zshrs</a:t>
            </a:r>
            <a:endParaRPr lang="en-US" sz="2200" dirty="0"/>
          </a:p>
        </p:txBody>
      </p:sp>
      <p:sp>
        <p:nvSpPr>
          <p:cNvPr id="6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zshrs talk">
  <a:themeElements>
    <a:clrScheme name="zshrs talk">
      <a:dk1>
        <a:srgbClr val="0F1419"/>
      </a:dk1>
      <a:lt1>
        <a:srgbClr val="F2F0E9"/>
      </a:lt1>
      <a:dk2>
        <a:srgbClr val="1A222B"/>
      </a:dk2>
      <a:lt2>
        <a:srgbClr val="E8E6DF"/>
      </a:lt2>
      <a:accent1>
        <a:srgbClr val="5CC8D7"/>
      </a:accent1>
      <a:accent2>
        <a:srgbClr val="1B7F8E"/>
      </a:accent2>
      <a:accent3>
        <a:srgbClr val="F2994A"/>
      </a:accent3>
      <a:accent4>
        <a:srgbClr val="14181D"/>
      </a:accent4>
      <a:accent5>
        <a:srgbClr val="9AA4AE"/>
      </a:accent5>
      <a:accent6>
        <a:srgbClr val="4A5158"/>
      </a:accent6>
      <a:hlink>
        <a:srgbClr val="5CC8D7"/>
      </a:hlink>
      <a:folHlink>
        <a:srgbClr val="9AA4AE"/>
      </a:folHlink>
    </a:clrScheme>
    <a:fontScheme name="zshrs tal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55</Slides>
  <Notes>55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5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zshrs for developers</dc:title>
  <dc:subject>PptxGenJS Presentation</dc:subject>
  <dc:creator>PptxGenJS</dc:creator>
  <cp:lastModifiedBy>PptxGenJS</cp:lastModifiedBy>
  <cp:revision>1</cp:revision>
  <dcterms:created xsi:type="dcterms:W3CDTF">2026-10-09T22:36:38Z</dcterms:created>
  <dcterms:modified xsi:type="dcterms:W3CDTF">2026-10-09T22:36:38Z</dcterms:modified>
</cp:coreProperties>
</file>