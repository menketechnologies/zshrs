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rientation" id="{4a5e32d0-a2c2-c601-dede-adcf4de887b9}">
          <p14:sldIdLst>
            <p14:sldId id="256"/>
            <p14:sldId id="257"/>
            <p14:sldId id="258"/>
            <p14:sldId id="259"/>
          </p14:sldIdLst>
        </p14:section>
        <p14:section name="Porting rules" id="{68c258cb-3d65-0f6d-2dfc-2b58ca54bb1b}">
          <p14:sldIdLst>
            <p14:sldId id="260"/>
            <p14:sldId id="261"/>
            <p14:sldId id="262"/>
            <p14:sldId id="263"/>
            <p14:sldId id="264"/>
          </p14:sldIdLst>
        </p14:section>
        <p14:section name="Testing" id="{6dbf2bad-e4fc-2352-62d3-8d3c8f554f84}">
          <p14:sldIdLst>
            <p14:sldId id="265"/>
            <p14:sldId id="266"/>
            <p14:sldId id="267"/>
          </p14:sldIdLst>
        </p14:section>
        <p14:section name="Internals" id="{319cdb0e-28e5-2d39-3d2f-ba66e7d35fed}">
          <p14:sldIdLst>
            <p14:sldId id="268"/>
            <p14:sldId id="269"/>
            <p14:sldId id="270"/>
            <p14:sldId id="271"/>
          </p14:sldIdLst>
        </p14:section>
        <p14:section name="Contributing" id="{26f1acc5-9a09-9939-f4d1-052274e68ec2}">
          <p14:sldIdLst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Audience: contributors. Everything here is traceable to docs/PORT.md, docs/PORT_PLAN.md, docs/PARITY.md, docs/INVENTIONS.md and the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1:1 Rust port of zsh's C source, plus a set of extensions zsh C does not have, running on a bytecode VM with a JIT. Parity with upstream is the floor. The C source is the spec.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File counts come from the README. Directory names are from the working tree.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lean build is pure shell with no stryke dependency. The dist profile is fat LTO with one codegen unit; it is what release artifacts use and needs about 8 GB of free RAM. The parity suite needs the daemon binary built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 0 overrides the rest: ask before inventing any fn, struct or static whose name is not in upstream zsh C. Past unapproved helpers cost 30+ fns deleted and weeks of audit. Names are checked by tests/ported_fn_names_match_c.rs against docs/zsh_c_functions.txt and tests/data/fake_fn_allowlist.txt.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 source first, cite it, port it line by line. C comments are copied with the line number. A Rust-only adapter that has no C equivalent carries a WARNING marker so it is auditable.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buckets decide where a C global goes in Rust. The listed anti-patterns are what past ports got wrong and had to dissolve. Phases 1 to 3 and 5 are done; Phase 4 (daemon image holders) and Phase 6 (ShellExecutor field dissolution) are open.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PORT_PLAN.md. A *State or *Table aggregate with no C struct behind it is the bag-of-globals pattern; 14 of them were dissolved from parameter.rs in 2026-05.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Contributors and code-generation tools both invent helpers and files. Review does not scale; a test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46,724 parity tests, 5 failing on the 2026-08-21 serial sweep. The harness spawns real zsh and zshrs and compares whole-shell state. Always read the serial failure count: parallel runs reported 22 and 33 failures where the same tests passed serially.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lessons from PARITY.md. cargo test spawns shells with SIGQUIT already ignored, like nohup; 15 failures were the single line trap -- '' QUIT. The daemon-RPC tests fail for a harness reason until the daemon binary is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of these are flags on the shell itself. Provenance records where a value came from. intercept gives before, after and around advice with nanosecond timing.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command, script, function and sourced file lowers to fusevm bytecode with fused superinstructions. Hot blocks go through a tiered Cranelift JIT. Bytecode persists across processes in rkyv images read by mmap. Gaps in behaviour often live in the VM, not in the port directory.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invariants from the daemon notes: source files are the source of truth; image misses and corruption fall through to source; clients carry no cache threads, polling or SQLite handles; the shard is renamed atomically before the index is rewritten. The SQLite files are read-only mirrors for dbview, never consulted for cache hits.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znative is the published ABI SDK. Plugins are cdylibs loaded with zmodload -R, version-gated, and only #[repr(C)] crosses the boundary. They register builtins and native completion generators. See docs/PLUGINS.md and docs/ZNATIVE.md.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src/extensions holds the fish-ported ZLE engines (highlight, autosuggest, history search, autopair) and the native p10k prompt engine. Per-keystroke passes are wall-clock budgeted at 8 ms by default. Config vocabulary of the replaced plugins is honoured so users do not migrate.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parity items remain. nul_quoting_format is structural. zmodload -R is deliberate. The RC_QUOTES alias case needs a decision on target behaviour because zsh's own result depends on input-buffer position. The last two pass serially.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to look first, by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Pick the smallest thing that is verifiable against C or against real zsh. Maintainer governance and contribution flow are in MAINTAINERS.md.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17373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for developers</a:t>
            </a:r>
            <a:endParaRPr lang="en-US" sz="22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237744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port is built, tested and extended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5720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5"/>
                </a:solidFill>
              </a:rPr>
              <a:t>Read PORT.md before writing code.</a:t>
            </a:r>
            <a:endParaRPr lang="en-US" sz="26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What the project is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overview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737360"/>
            <a:ext cx="3383280" cy="38404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965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560320"/>
            <a:ext cx="2834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src/ported mirrors zsh's Src/ tree. Every fn maps to a C fn.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89120" y="1737360"/>
            <a:ext cx="3383280" cy="38404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63440" y="1965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Extensions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4663440" y="2560320"/>
            <a:ext cx="2834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src/extensions holds features zsh C lacks: caches, daemon, ZLE engines, prompt, LSP.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7955280" y="1737360"/>
            <a:ext cx="3383280" cy="38404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0" y="1965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Runtime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0" y="2560320"/>
            <a:ext cx="2834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fusevm bytecode VM with a tiered Cranelift JIT.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Repo map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layout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554480"/>
          <a:ext cx="105156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68580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</a:rPr>
                        <a:t>Path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</a:rPr>
                        <a:t>Role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src/ported/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1:1 port of zsh C, mirrors Src/ layout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src/compsys/ported/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Rust ports of Completion/ engine functions; completers verbatim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src/extensions/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Features zsh C does not have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src/recorder/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Feature-gated config recorder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daemon/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zshrs-daemon crate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znative/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Published plugin-ABI SDK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bins/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Tools, including the differential fuzzer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Build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build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737360"/>
            <a:ext cx="10515600" cy="3154680"/>
          </a:xfrm>
          <a:prstGeom prst="roundRect">
            <a:avLst>
              <a:gd name="adj" fmla="val 3478"/>
            </a:avLst>
          </a:prstGeom>
          <a:solidFill>
            <a:schemeClr val="accent4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43000" y="1938528"/>
            <a:ext cx="9875520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local development</a:t>
            </a:r>
            <a:endParaRPr lang="en-US" sz="2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cargo build</a:t>
            </a:r>
            <a:endParaRPr lang="en-US" sz="2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release artifacts</a:t>
            </a:r>
            <a:endParaRPr lang="en-US" sz="2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cargo build --profile dist</a:t>
            </a:r>
            <a:endParaRPr lang="en-US" sz="2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parity tests need this first</a:t>
            </a:r>
            <a:endParaRPr lang="en-US" sz="2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cargo build -p zshrs-daemon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The rules in one screen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docs/PORT.md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1051560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645920"/>
            <a:ext cx="548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1828800" y="164592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Rule 0: ask before inventing any new fn, struct or static.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822960" y="2651760"/>
            <a:ext cx="1051560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97280" y="2651760"/>
            <a:ext cx="548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2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1828800" y="265176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Rule A: every name must exist in upstream zsh C.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822960" y="3657600"/>
            <a:ext cx="1051560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97280" y="3657600"/>
            <a:ext cx="548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3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1828800" y="365760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Rule B: signatures identical to C: same params, names and order.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4663440"/>
            <a:ext cx="1051560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97280" y="4663440"/>
            <a:ext cx="548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4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1828800" y="466344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Rule C: each decl lives in the file that mirrors its C file.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Port workflow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docs/PORT.md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737360"/>
            <a:ext cx="10515600" cy="2697480"/>
          </a:xfrm>
          <a:prstGeom prst="roundRect">
            <a:avLst>
              <a:gd name="adj" fmla="val 4068"/>
            </a:avLst>
          </a:prstGeom>
          <a:solidFill>
            <a:schemeClr val="accent4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43000" y="1938528"/>
            <a:ext cx="9875520" cy="2295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c:286  char *value</a:t>
            </a:r>
            <a:endParaRPr lang="en-US" sz="2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value: String;</a:t>
            </a:r>
            <a:endParaRPr lang="en-US" sz="2000" dirty="0"/>
          </a:p>
          <a:p>
            <a:pPr indent="0" marL="0">
              <a:spcAft>
                <a:spcPts val="300"/>
              </a:spcAft>
              <a:buNone/>
            </a:pPr>
            <a:endParaRPr lang="en-US" sz="2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Rust-only adapter, no C counterpart:</a:t>
            </a:r>
            <a:endParaRPr lang="en-US" sz="2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WARNING: NOT IN &lt;FILE&gt;.C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466344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Src/Zle/foo.c goes to src/ported/zle/foo.rs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Src/Modules/foo.c goes to src/ported/modules/foo.rs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Header declarations go to the *_h.rs file that mirrors the header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Where state lives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docs/PORT_PLAN.md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737360"/>
            <a:ext cx="3383280" cy="3840480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965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Bucket 1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560320"/>
            <a:ext cx="2834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bg2"/>
                </a:solidFill>
              </a:rPr>
              <a:t>File-static C scratch state for one evaluator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bg2"/>
                </a:solidFill>
              </a:rPr>
              <a:t>Rust: thread_local! with Cell or RefCell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89120" y="1737360"/>
            <a:ext cx="3383280" cy="3840480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63440" y="1965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Bucket 2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4663440" y="2560320"/>
            <a:ext cx="2834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bg2"/>
                </a:solidFill>
              </a:rPr>
              <a:t>Shell-wide C globals such as paramtab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bg2"/>
                </a:solidFill>
              </a:rPr>
              <a:t>Rust: Arc with a lock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7955280" y="1737360"/>
            <a:ext cx="3383280" cy="3840480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0" y="1965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Bucket 3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0" y="2560320"/>
            <a:ext cx="2834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bg2"/>
                </a:solidFill>
              </a:rPr>
              <a:t>C passes the struct as a parameter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bg2"/>
                </a:solidFill>
              </a:rPr>
              <a:t>Rust: struct passed as &amp;mut or &amp;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Anti-patterns that were removed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docs/PORT_PLAN.md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737360"/>
            <a:ext cx="3383280" cy="38404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965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Bag of globals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560320"/>
            <a:ext cx="2834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A *State or *Table struct with no struct in C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89120" y="1737360"/>
            <a:ext cx="3383280" cy="38404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63440" y="1965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Mutex state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4663440" y="2560320"/>
            <a:ext cx="2834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File-static C state belongs in thread-local storage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7955280" y="1737360"/>
            <a:ext cx="3383280" cy="38404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0" y="1965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thread_local tables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0" y="2560320"/>
            <a:ext cx="2834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Shell-wide C globals are shared, not per-thread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Enforced by tests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tests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737360"/>
          <a:ext cx="1051560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54864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Test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Enforces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tests/port_purity.rs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Port dir mirrors Src/, cites C, no new files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tests/ported_fn_names_match_c.rs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Every fn name exists in C or the allowlist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tests/tree_walker_absent.rs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The old interpreter stays gone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tests/no_tree_walker_dispatch.rs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174 behavioural pins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Test layers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testing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737360"/>
            <a:ext cx="3383280" cy="38404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965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Parity suites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560320"/>
            <a:ext cx="2834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cargo test --test '*parity*'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Serial: --test-threads=1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Build zshrs-daemon first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89120" y="1737360"/>
            <a:ext cx="3383280" cy="38404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63440" y="1965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Differential fuzz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4663440" y="2560320"/>
            <a:ext cx="2834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bins/parity-fuzz.rs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22,200 cases, 74 modes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Divergences re-confirmed 3 times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7955280" y="1737360"/>
            <a:ext cx="3383280" cy="38404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0" y="1965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Invariants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0" y="2560320"/>
            <a:ext cx="2834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port_purity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tree_walker_absent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Per-fn unit tests in compsys ported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Reading a parity failure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docs/PARITY.md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737360"/>
          <a:ext cx="10515600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61264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Symptom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Cause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Failures only in the suite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SIGQUIT inherited as ignored under cargo test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Daemon RPC tests fail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zshrs-daemon not built first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More failures in parallel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Load-sensitive process-spawning tests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NUL in a Rust String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C stores NUL metafied; structural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Debugging tools in the binary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tooling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737360"/>
            <a:ext cx="10515600" cy="3429000"/>
          </a:xfrm>
          <a:prstGeom prst="roundRect">
            <a:avLst>
              <a:gd name="adj" fmla="val 3200"/>
            </a:avLst>
          </a:prstGeom>
          <a:solidFill>
            <a:schemeClr val="accent4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43000" y="1938528"/>
            <a:ext cx="9875520" cy="3026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2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--dump-tokens</a:t>
            </a:r>
            <a:endParaRPr lang="en-US" sz="2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--dump-wordcode</a:t>
            </a:r>
            <a:endParaRPr lang="en-US" sz="2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--dump-ast</a:t>
            </a:r>
            <a:endParaRPr lang="en-US" sz="2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--disasm script.zsh</a:t>
            </a:r>
            <a:endParaRPr lang="en-US" sz="2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--dump-reflection</a:t>
            </a:r>
            <a:endParaRPr lang="en-US" sz="2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--tiers script.zsh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53949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--tiers reports which JIT tier took each chunk and why a loop stayed interpreted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Execution pipeline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engine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737360"/>
            <a:ext cx="2251710" cy="1737360"/>
          </a:xfrm>
          <a:prstGeom prst="roundRect">
            <a:avLst>
              <a:gd name="adj" fmla="val 6316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51560" y="1920240"/>
            <a:ext cx="17945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Lexer, parser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2468880"/>
            <a:ext cx="179451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src/ported lex and parse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138678" y="2423160"/>
            <a:ext cx="384048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577590" y="1737360"/>
            <a:ext cx="2251710" cy="1737360"/>
          </a:xfrm>
          <a:prstGeom prst="roundRect">
            <a:avLst>
              <a:gd name="adj" fmla="val 6316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806190" y="1920240"/>
            <a:ext cx="17945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Compile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3806190" y="2468880"/>
            <a:ext cx="179451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wordcode to fusevm bytecode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893308" y="2423160"/>
            <a:ext cx="384048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32220" y="1737360"/>
            <a:ext cx="2251710" cy="1737360"/>
          </a:xfrm>
          <a:prstGeom prst="roundRect">
            <a:avLst>
              <a:gd name="adj" fmla="val 6316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560820" y="1920240"/>
            <a:ext cx="17945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fusevm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6560820" y="2468880"/>
            <a:ext cx="179451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bytecode VM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8647938" y="2423160"/>
            <a:ext cx="384048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086850" y="1737360"/>
            <a:ext cx="2251710" cy="1737360"/>
          </a:xfrm>
          <a:prstGeom prst="roundRect">
            <a:avLst>
              <a:gd name="adj" fmla="val 6316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315450" y="1920240"/>
            <a:ext cx="17945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JIT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9315450" y="2468880"/>
            <a:ext cx="179451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Cranelift, hot blocks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" y="402336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bg2"/>
                </a:solidFill>
              </a:rPr>
              <a:t>rkyv images mmapped on the hot path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bg2"/>
                </a:solidFill>
              </a:rPr>
              <a:t>.fjit disk cache keeps native code warm across launches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bg2"/>
                </a:solidFill>
              </a:rPr>
              <a:t>VM dispatch IDs 210 to 215 are the parallel builtins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Daemon and caches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daemon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737360"/>
            <a:ext cx="5120640" cy="38404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965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Daemon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560320"/>
            <a:ext cx="45720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Single writer: fsnotify, compile workers, image writes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Atomic shard rename, then index rewrite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Generation counter drives client re-mmap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217920" y="1737360"/>
            <a:ext cx="5120640" cy="38404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92240" y="1965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Clients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6492240" y="2560320"/>
            <a:ext cx="45720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mmap rkyv tables, no IPC per lookup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No cache threads or timers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Fall through to source if the daemon is down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Extension points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extensibility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737360"/>
            <a:ext cx="10515600" cy="205740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43000" y="1938528"/>
            <a:ext cx="9875520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2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cargo add znative</a:t>
            </a:r>
            <a:endParaRPr lang="en-US" sz="2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zmodload -R ./libfoo.dylib</a:t>
            </a:r>
            <a:endParaRPr lang="en-US" sz="2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znative load owner/repo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402336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bg2"/>
                </a:solidFill>
              </a:rPr>
              <a:t>Mismatched versions are refused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bg2"/>
                </a:solidFill>
              </a:rPr>
              <a:t>Register builtins with register_builtin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bg2"/>
                </a:solidFill>
              </a:rPr>
              <a:t>Native completion generators wire into compsys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Line editor and prompt engines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extensions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737360"/>
            <a:ext cx="5120640" cy="38404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965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ZLE engines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560320"/>
            <a:ext cx="45720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Ports of fish-shell Rust engines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Palette from fast-syntax-highlighting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8 ms budget per pass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Refused when RCS is unset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217920" y="1737360"/>
            <a:ext cx="5120640" cy="38404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92240" y="1965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engine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6492240" y="2560320"/>
            <a:ext cx="45720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src/extensions/p10k, about 21k lines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Sources .p10k.zsh unchanged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Native .git reader instead of gitstatusd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Open items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docs/PARITY.md</a:t>
            </a:r>
            <a:endParaRPr lang="en-US" sz="1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737360"/>
          <a:ext cx="1051560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55778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Item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State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nul_quoting_format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Structural: C metafies NUL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zmodload -R complete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By design: loads native plugins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RC_QUOTES alias bodies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Target behaviour undecided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bulk_vw_fc_row_015, times_builtin_summary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Load artifacts, pass serially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Docs map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</a:t>
            </a:r>
            <a:endParaRPr lang="en-US" sz="1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554480"/>
          <a:ext cx="1051560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55778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2"/>
                          </a:solidFill>
                        </a:rPr>
                        <a:t>Question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2"/>
                          </a:solidFill>
                        </a:rPr>
                        <a:t>Document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What are the porting rules?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docs/PORT.md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Where does this C global go?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docs/PORT_PLAN.md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What is the parity status?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docs/PARITY.md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What is novel here?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docs/INVENTIONS.md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What is still missing?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docs/GAPS.md, docs/TODO.md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How do plugins work?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docs/PLUGINS.md, docs/ZNATIVE.md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Where to start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contributing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554480"/>
            <a:ext cx="10515600" cy="731520"/>
          </a:xfrm>
          <a:prstGeom prst="roundRect">
            <a:avLst>
              <a:gd name="adj" fmla="val 15000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55448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1828800" y="15544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Re-run the parity suites serially and report any divergence.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822960" y="2423160"/>
            <a:ext cx="10515600" cy="731520"/>
          </a:xfrm>
          <a:prstGeom prst="roundRect">
            <a:avLst>
              <a:gd name="adj" fmla="val 15000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97280" y="242316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2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1828800" y="242316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Pick an open parity item and trace it to a C line.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822960" y="3291840"/>
            <a:ext cx="10515600" cy="731520"/>
          </a:xfrm>
          <a:prstGeom prst="roundRect">
            <a:avLst>
              <a:gd name="adj" fmla="val 15000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97280" y="329184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3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1828800" y="329184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Port a missing C function with its citation, after reading PORT.md.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4160520"/>
            <a:ext cx="10515600" cy="731520"/>
          </a:xfrm>
          <a:prstGeom prst="roundRect">
            <a:avLst>
              <a:gd name="adj" fmla="val 15000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97280" y="416052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4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1828800" y="416052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Review plugin loading and the daemon socket for security.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5029200"/>
            <a:ext cx="10515600" cy="731520"/>
          </a:xfrm>
          <a:prstGeom prst="roundRect">
            <a:avLst>
              <a:gd name="adj" fmla="val 15000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97280" y="502920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5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1828800" y="5029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Open an issue with a repro that runs in both shells.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237744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</a:t>
            </a:r>
            <a:endParaRPr lang="en-US" sz="66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40233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github.com/MenkeTechnologies/zshrs</a:t>
            </a:r>
            <a:endParaRPr lang="en-US" sz="2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zshrs talk">
  <a:themeElements>
    <a:clrScheme name="zshrs talk">
      <a:dk1>
        <a:srgbClr val="0F1419"/>
      </a:dk1>
      <a:lt1>
        <a:srgbClr val="F2F0E9"/>
      </a:lt1>
      <a:dk2>
        <a:srgbClr val="1A222B"/>
      </a:dk2>
      <a:lt2>
        <a:srgbClr val="E8E6DF"/>
      </a:lt2>
      <a:accent1>
        <a:srgbClr val="5CC8D7"/>
      </a:accent1>
      <a:accent2>
        <a:srgbClr val="1B7F8E"/>
      </a:accent2>
      <a:accent3>
        <a:srgbClr val="F2994A"/>
      </a:accent3>
      <a:accent4>
        <a:srgbClr val="14181D"/>
      </a:accent4>
      <a:accent5>
        <a:srgbClr val="9AA4AE"/>
      </a:accent5>
      <a:accent6>
        <a:srgbClr val="4A5158"/>
      </a:accent6>
      <a:hlink>
        <a:srgbClr val="5CC8D7"/>
      </a:hlink>
      <a:folHlink>
        <a:srgbClr val="9AA4AE"/>
      </a:folHlink>
    </a:clrScheme>
    <a:fontScheme name="zshrs tal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zshrs for developers</dc:title>
  <dc:subject>PptxGenJS Presentation</dc:subject>
  <dc:creator>PptxGenJS</dc:creator>
  <cp:lastModifiedBy>PptxGenJS</cp:lastModifiedBy>
  <cp:revision>1</cp:revision>
  <dcterms:created xsi:type="dcterms:W3CDTF">2026-10-09T22:25:19Z</dcterms:created>
  <dcterms:modified xsi:type="dcterms:W3CDTF">2026-10-09T22:25:19Z</dcterms:modified>
</cp:coreProperties>
</file>